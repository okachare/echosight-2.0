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E9D43-7994-4737-A0DD-AAC2A458FDC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5E7B3-1BE5-44E1-949B-3285BBEAD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1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987D1-CFE1-3EF3-8C55-90BDD3A1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9C5B3-E589-9F63-8C55-1B9CDF3AF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3589F-07B7-CA4B-50A2-D1461CC83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49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2957" y="990599"/>
            <a:ext cx="9106086" cy="557784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7" y="1635111"/>
            <a:ext cx="9106926" cy="1874852"/>
          </a:xfrm>
        </p:spPr>
        <p:txBody>
          <a:bodyPr lIns="0" tIns="0" rIns="0" bIns="0"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7" y="3602038"/>
            <a:ext cx="9106926" cy="165576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AFE6BDE4-5382-6410-5691-1F81F96F89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40515" y="1054159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4003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2538" y="990599"/>
            <a:ext cx="9106926" cy="557784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8" y="1635111"/>
            <a:ext cx="9106926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8" y="3602038"/>
            <a:ext cx="9106926" cy="165576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EFE9F861-984E-FF37-190E-B43943DE28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40515" y="4591858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7996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62E9D9-08FC-BC14-CE72-68498889FF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62" y="428"/>
            <a:ext cx="12190476" cy="6857142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990599"/>
            <a:ext cx="6217920" cy="557784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175" y="1635111"/>
            <a:ext cx="6217920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175" y="3602038"/>
            <a:ext cx="6217920" cy="165576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Image">
            <a:extLst>
              <a:ext uri="{FF2B5EF4-FFF2-40B4-BE49-F238E27FC236}">
                <a16:creationId xmlns:a16="http://schemas.microsoft.com/office/drawing/2014/main" id="{77F5B67C-9B54-127E-62B0-5E7808B0C6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40515" y="1054159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1185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546CE8-8A70-2547-1374-60A5179EB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990599"/>
            <a:ext cx="6675120" cy="557784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175" y="1635111"/>
            <a:ext cx="6675120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175" y="3602038"/>
            <a:ext cx="6675120" cy="165576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290E0DBE-C7D7-A46B-C180-D461BAC6C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40515" y="5806515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2523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1736974"/>
            <a:ext cx="10915650" cy="1645920"/>
          </a:xfrm>
        </p:spPr>
        <p:txBody>
          <a:bodyPr anchor="b" anchorCtr="0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3474720"/>
            <a:ext cx="10915650" cy="164592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24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1732368"/>
            <a:ext cx="10912475" cy="1645920"/>
          </a:xfrm>
        </p:spPr>
        <p:txBody>
          <a:bodyPr anchor="b" anchorCtr="0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3474720"/>
            <a:ext cx="10912475" cy="164592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96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1735090"/>
            <a:ext cx="10915650" cy="1645920"/>
          </a:xfrm>
        </p:spPr>
        <p:txBody>
          <a:bodyPr lIns="0" tIns="0" rIns="0" bIns="0" anchor="b" anchorCtr="0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3474720"/>
            <a:ext cx="10915650" cy="164592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877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57201"/>
            <a:ext cx="5454650" cy="5759450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2936063"/>
            <a:ext cx="4816473" cy="3098025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563" y="639763"/>
            <a:ext cx="5089524" cy="9144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8563" y="1919923"/>
            <a:ext cx="5089524" cy="41141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E42F70-ADFC-0CF5-A74D-1BC115862B76}"/>
              </a:ext>
            </a:extLst>
          </p:cNvPr>
          <p:cNvSpPr/>
          <p:nvPr userDrawn="1"/>
        </p:nvSpPr>
        <p:spPr>
          <a:xfrm flipH="1" flipV="1">
            <a:off x="481653" y="2777953"/>
            <a:ext cx="158111" cy="158111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D3FE73-2866-D8A4-681F-C9451CCD37B0}"/>
              </a:ext>
            </a:extLst>
          </p:cNvPr>
          <p:cNvSpPr/>
          <p:nvPr userDrawn="1"/>
        </p:nvSpPr>
        <p:spPr>
          <a:xfrm flipH="1" flipV="1">
            <a:off x="-1" y="2296300"/>
            <a:ext cx="481653" cy="48165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5421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3DA533-02C8-F88F-D358-B020263ED3D8}"/>
              </a:ext>
            </a:extLst>
          </p:cNvPr>
          <p:cNvSpPr/>
          <p:nvPr userDrawn="1"/>
        </p:nvSpPr>
        <p:spPr>
          <a:xfrm>
            <a:off x="353109" y="699977"/>
            <a:ext cx="286654" cy="286654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961A87-84D8-4B73-C69F-4D065C76A905}"/>
              </a:ext>
            </a:extLst>
          </p:cNvPr>
          <p:cNvSpPr/>
          <p:nvPr userDrawn="1"/>
        </p:nvSpPr>
        <p:spPr>
          <a:xfrm>
            <a:off x="639763" y="0"/>
            <a:ext cx="699977" cy="699977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C613099-7E50-8CE7-6D68-58B654C34069}"/>
              </a:ext>
            </a:extLst>
          </p:cNvPr>
          <p:cNvSpPr/>
          <p:nvPr userDrawn="1"/>
        </p:nvSpPr>
        <p:spPr>
          <a:xfrm>
            <a:off x="639763" y="986632"/>
            <a:ext cx="4884737" cy="4884737"/>
          </a:xfrm>
          <a:custGeom>
            <a:avLst/>
            <a:gdLst>
              <a:gd name="connsiteX0" fmla="*/ 36577 w 4884737"/>
              <a:gd name="connsiteY0" fmla="*/ 36577 h 4884737"/>
              <a:gd name="connsiteX1" fmla="*/ 36577 w 4884737"/>
              <a:gd name="connsiteY1" fmla="*/ 4848161 h 4884737"/>
              <a:gd name="connsiteX2" fmla="*/ 4848161 w 4884737"/>
              <a:gd name="connsiteY2" fmla="*/ 4848161 h 4884737"/>
              <a:gd name="connsiteX3" fmla="*/ 4848161 w 4884737"/>
              <a:gd name="connsiteY3" fmla="*/ 36577 h 4884737"/>
              <a:gd name="connsiteX4" fmla="*/ 0 w 4884737"/>
              <a:gd name="connsiteY4" fmla="*/ 0 h 4884737"/>
              <a:gd name="connsiteX5" fmla="*/ 4884737 w 4884737"/>
              <a:gd name="connsiteY5" fmla="*/ 0 h 4884737"/>
              <a:gd name="connsiteX6" fmla="*/ 4884737 w 4884737"/>
              <a:gd name="connsiteY6" fmla="*/ 4884737 h 4884737"/>
              <a:gd name="connsiteX7" fmla="*/ 0 w 4884737"/>
              <a:gd name="connsiteY7" fmla="*/ 4884737 h 488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84737" h="4884737">
                <a:moveTo>
                  <a:pt x="36577" y="36577"/>
                </a:moveTo>
                <a:lnTo>
                  <a:pt x="36577" y="4848161"/>
                </a:lnTo>
                <a:lnTo>
                  <a:pt x="4848161" y="4848161"/>
                </a:lnTo>
                <a:lnTo>
                  <a:pt x="4848161" y="36577"/>
                </a:lnTo>
                <a:close/>
                <a:moveTo>
                  <a:pt x="0" y="0"/>
                </a:moveTo>
                <a:lnTo>
                  <a:pt x="4884737" y="0"/>
                </a:lnTo>
                <a:lnTo>
                  <a:pt x="4884737" y="4884737"/>
                </a:lnTo>
                <a:lnTo>
                  <a:pt x="0" y="4884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57201"/>
            <a:ext cx="5454650" cy="5759450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2099" y="1388966"/>
            <a:ext cx="4080066" cy="4080068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563" y="639763"/>
            <a:ext cx="5089524" cy="9144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8563" y="1919923"/>
            <a:ext cx="5089524" cy="41141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26276-E330-3E18-B1EA-D74EADA3CA71}"/>
              </a:ext>
            </a:extLst>
          </p:cNvPr>
          <p:cNvSpPr>
            <a:spLocks noChangeAspect="1"/>
          </p:cNvSpPr>
          <p:nvPr userDrawn="1"/>
        </p:nvSpPr>
        <p:spPr>
          <a:xfrm>
            <a:off x="5737098" y="840327"/>
            <a:ext cx="146304" cy="146304"/>
          </a:xfrm>
          <a:prstGeom prst="rect">
            <a:avLst/>
          </a:prstGeom>
          <a:solidFill>
            <a:srgbClr val="7085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17872D5-2AD5-9AC5-D538-3ABF7712A161}"/>
              </a:ext>
            </a:extLst>
          </p:cNvPr>
          <p:cNvSpPr>
            <a:spLocks noChangeAspect="1"/>
          </p:cNvSpPr>
          <p:nvPr userDrawn="1"/>
        </p:nvSpPr>
        <p:spPr>
          <a:xfrm>
            <a:off x="5165598" y="268827"/>
            <a:ext cx="571500" cy="571500"/>
          </a:xfrm>
          <a:custGeom>
            <a:avLst/>
            <a:gdLst>
              <a:gd name="connsiteX0" fmla="*/ 36576 w 571500"/>
              <a:gd name="connsiteY0" fmla="*/ 36576 h 571500"/>
              <a:gd name="connsiteX1" fmla="*/ 36576 w 571500"/>
              <a:gd name="connsiteY1" fmla="*/ 534924 h 571500"/>
              <a:gd name="connsiteX2" fmla="*/ 534924 w 571500"/>
              <a:gd name="connsiteY2" fmla="*/ 534924 h 571500"/>
              <a:gd name="connsiteX3" fmla="*/ 534924 w 571500"/>
              <a:gd name="connsiteY3" fmla="*/ 36576 h 571500"/>
              <a:gd name="connsiteX4" fmla="*/ 0 w 571500"/>
              <a:gd name="connsiteY4" fmla="*/ 0 h 571500"/>
              <a:gd name="connsiteX5" fmla="*/ 571500 w 571500"/>
              <a:gd name="connsiteY5" fmla="*/ 0 h 571500"/>
              <a:gd name="connsiteX6" fmla="*/ 571500 w 571500"/>
              <a:gd name="connsiteY6" fmla="*/ 571500 h 571500"/>
              <a:gd name="connsiteX7" fmla="*/ 0 w 57150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" h="571500">
                <a:moveTo>
                  <a:pt x="36576" y="36576"/>
                </a:moveTo>
                <a:lnTo>
                  <a:pt x="36576" y="534924"/>
                </a:lnTo>
                <a:lnTo>
                  <a:pt x="534924" y="534924"/>
                </a:lnTo>
                <a:lnTo>
                  <a:pt x="534924" y="36576"/>
                </a:lnTo>
                <a:close/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734E9D-E3E3-2788-907D-77C8F757FBA1}"/>
              </a:ext>
            </a:extLst>
          </p:cNvPr>
          <p:cNvSpPr>
            <a:spLocks noChangeAspect="1"/>
          </p:cNvSpPr>
          <p:nvPr userDrawn="1"/>
        </p:nvSpPr>
        <p:spPr>
          <a:xfrm>
            <a:off x="493459" y="6069087"/>
            <a:ext cx="146304" cy="146304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B6C294-D920-E372-8644-89B2AFE503A8}"/>
              </a:ext>
            </a:extLst>
          </p:cNvPr>
          <p:cNvSpPr>
            <a:spLocks noChangeAspect="1"/>
          </p:cNvSpPr>
          <p:nvPr userDrawn="1"/>
        </p:nvSpPr>
        <p:spPr>
          <a:xfrm>
            <a:off x="197874" y="5781209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2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1840" y="457200"/>
            <a:ext cx="7321306" cy="5759452"/>
          </a:xfrm>
        </p:spPr>
        <p:txBody>
          <a:bodyPr anchor="ctr">
            <a:normAutofit/>
          </a:bodyPr>
          <a:lstStyle>
            <a:lvl1pPr marL="282575" indent="-282575">
              <a:buClr>
                <a:schemeClr val="accent2"/>
              </a:buClr>
              <a:defRPr sz="2800"/>
            </a:lvl1pPr>
            <a:lvl2pPr marL="576263" indent="-283464">
              <a:buClr>
                <a:schemeClr val="accent2"/>
              </a:buClr>
              <a:defRPr sz="2800"/>
            </a:lvl2pPr>
            <a:lvl3pPr marL="860425" indent="-284163">
              <a:buClr>
                <a:schemeClr val="accent2"/>
              </a:buClr>
              <a:defRPr sz="2800"/>
            </a:lvl3pPr>
            <a:lvl4pPr marL="1143000" indent="-282575">
              <a:buClr>
                <a:schemeClr val="accent2"/>
              </a:buClr>
              <a:defRPr sz="2800"/>
            </a:lvl4pPr>
            <a:lvl5pPr marL="1425575" indent="-282575">
              <a:buClr>
                <a:schemeClr val="accent2"/>
              </a:buClr>
              <a:defRPr sz="28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998457-FE99-752A-AEA8-4911FE9BA7D7}"/>
              </a:ext>
            </a:extLst>
          </p:cNvPr>
          <p:cNvCxnSpPr>
            <a:cxnSpLocks/>
          </p:cNvCxnSpPr>
          <p:nvPr userDrawn="1"/>
        </p:nvCxnSpPr>
        <p:spPr>
          <a:xfrm>
            <a:off x="3468777" y="892968"/>
            <a:ext cx="0" cy="5070475"/>
          </a:xfrm>
          <a:prstGeom prst="line">
            <a:avLst/>
          </a:prstGeom>
          <a:noFill/>
          <a:ln w="12700" cap="flat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EA1935A-78B7-0434-F627-B3604276B9D5}"/>
              </a:ext>
            </a:extLst>
          </p:cNvPr>
          <p:cNvSpPr/>
          <p:nvPr userDrawn="1"/>
        </p:nvSpPr>
        <p:spPr>
          <a:xfrm>
            <a:off x="640080" y="1267509"/>
            <a:ext cx="286654" cy="286654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491332-8943-1453-3C66-3F8B43B7E031}"/>
              </a:ext>
            </a:extLst>
          </p:cNvPr>
          <p:cNvSpPr/>
          <p:nvPr userDrawn="1"/>
        </p:nvSpPr>
        <p:spPr>
          <a:xfrm>
            <a:off x="0" y="1554163"/>
            <a:ext cx="639763" cy="639763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87D61F9-B6D5-5140-16F8-D12FBEB7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617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470262"/>
            <a:ext cx="2286000" cy="2285999"/>
          </a:xfrm>
          <a:solidFill>
            <a:schemeClr val="accent2"/>
          </a:solidFill>
        </p:spPr>
        <p:txBody>
          <a:bodyPr lIns="137160" tIns="137160" rIns="137160" bIns="137160" anchor="ctr"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5799" y="674195"/>
            <a:ext cx="7716982" cy="5326729"/>
          </a:xfrm>
        </p:spPr>
        <p:txBody>
          <a:bodyPr anchor="ctr">
            <a:normAutofit/>
          </a:bodyPr>
          <a:lstStyle>
            <a:lvl1pPr marL="282575" indent="-282575">
              <a:buClr>
                <a:schemeClr val="accent2"/>
              </a:buClr>
              <a:defRPr sz="2800"/>
            </a:lvl1pPr>
            <a:lvl2pPr marL="576263" indent="-283464">
              <a:buClr>
                <a:schemeClr val="accent2"/>
              </a:buClr>
              <a:defRPr sz="2800"/>
            </a:lvl2pPr>
            <a:lvl3pPr marL="860425" indent="-284163">
              <a:buClr>
                <a:schemeClr val="accent2"/>
              </a:buClr>
              <a:defRPr sz="2800"/>
            </a:lvl3pPr>
            <a:lvl4pPr marL="1143000" indent="-282575">
              <a:buClr>
                <a:schemeClr val="accent2"/>
              </a:buClr>
              <a:defRPr sz="2800"/>
            </a:lvl4pPr>
            <a:lvl5pPr marL="1425575" indent="-282575">
              <a:buClr>
                <a:schemeClr val="accent2"/>
              </a:buClr>
              <a:defRPr sz="28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75E15A-7DAF-F9E8-B648-423BA1EE6CCE}"/>
              </a:ext>
            </a:extLst>
          </p:cNvPr>
          <p:cNvSpPr/>
          <p:nvPr userDrawn="1"/>
        </p:nvSpPr>
        <p:spPr>
          <a:xfrm>
            <a:off x="635074" y="3042917"/>
            <a:ext cx="158111" cy="158111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C2FEA1-E80B-6F89-9821-F37019716292}"/>
              </a:ext>
            </a:extLst>
          </p:cNvPr>
          <p:cNvSpPr/>
          <p:nvPr userDrawn="1"/>
        </p:nvSpPr>
        <p:spPr>
          <a:xfrm>
            <a:off x="353426" y="2756263"/>
            <a:ext cx="286654" cy="286654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1CFB51-21A2-3A7A-D006-245D95F1BF7C}"/>
              </a:ext>
            </a:extLst>
          </p:cNvPr>
          <p:cNvSpPr/>
          <p:nvPr userDrawn="1"/>
        </p:nvSpPr>
        <p:spPr>
          <a:xfrm>
            <a:off x="2926080" y="-1"/>
            <a:ext cx="470263" cy="470263"/>
          </a:xfrm>
          <a:prstGeom prst="rect">
            <a:avLst/>
          </a:prstGeom>
          <a:solidFill>
            <a:srgbClr val="0095C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50DCF6-D934-8E33-759C-EABC9D5BC6D8}"/>
              </a:ext>
            </a:extLst>
          </p:cNvPr>
          <p:cNvSpPr/>
          <p:nvPr userDrawn="1"/>
        </p:nvSpPr>
        <p:spPr>
          <a:xfrm>
            <a:off x="3396342" y="457200"/>
            <a:ext cx="8155895" cy="5759450"/>
          </a:xfrm>
          <a:custGeom>
            <a:avLst/>
            <a:gdLst>
              <a:gd name="connsiteX0" fmla="*/ 36577 w 8155895"/>
              <a:gd name="connsiteY0" fmla="*/ 36576 h 5759450"/>
              <a:gd name="connsiteX1" fmla="*/ 36577 w 8155895"/>
              <a:gd name="connsiteY1" fmla="*/ 5722874 h 5759450"/>
              <a:gd name="connsiteX2" fmla="*/ 8119319 w 8155895"/>
              <a:gd name="connsiteY2" fmla="*/ 5722874 h 5759450"/>
              <a:gd name="connsiteX3" fmla="*/ 8119319 w 8155895"/>
              <a:gd name="connsiteY3" fmla="*/ 36576 h 5759450"/>
              <a:gd name="connsiteX4" fmla="*/ 0 w 8155895"/>
              <a:gd name="connsiteY4" fmla="*/ 0 h 5759450"/>
              <a:gd name="connsiteX5" fmla="*/ 8155895 w 8155895"/>
              <a:gd name="connsiteY5" fmla="*/ 0 h 5759450"/>
              <a:gd name="connsiteX6" fmla="*/ 8155895 w 8155895"/>
              <a:gd name="connsiteY6" fmla="*/ 5759450 h 5759450"/>
              <a:gd name="connsiteX7" fmla="*/ 0 w 8155895"/>
              <a:gd name="connsiteY7" fmla="*/ 5759450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55895" h="5759450">
                <a:moveTo>
                  <a:pt x="36577" y="36576"/>
                </a:moveTo>
                <a:lnTo>
                  <a:pt x="36577" y="5722874"/>
                </a:lnTo>
                <a:lnTo>
                  <a:pt x="8119319" y="5722874"/>
                </a:lnTo>
                <a:lnTo>
                  <a:pt x="8119319" y="36576"/>
                </a:lnTo>
                <a:close/>
                <a:moveTo>
                  <a:pt x="0" y="0"/>
                </a:moveTo>
                <a:lnTo>
                  <a:pt x="8155895" y="0"/>
                </a:lnTo>
                <a:lnTo>
                  <a:pt x="8155895" y="5759450"/>
                </a:lnTo>
                <a:lnTo>
                  <a:pt x="0" y="5759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E68CCCA-E12E-BA3E-D20C-9FF3C8FD7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9536" y="917008"/>
            <a:ext cx="2121408" cy="2121406"/>
          </a:xfrm>
          <a:noFill/>
        </p:spPr>
        <p:txBody>
          <a:bodyPr anchor="ctr"/>
          <a:lstStyle>
            <a:lvl1pPr algn="ct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C8DD9D-57D0-2EF1-6584-8308A28B0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97078" y="457200"/>
            <a:ext cx="6735702" cy="5759452"/>
          </a:xfrm>
        </p:spPr>
        <p:txBody>
          <a:bodyPr anchor="ctr">
            <a:normAutofit/>
          </a:bodyPr>
          <a:lstStyle>
            <a:lvl1pPr marL="282575" indent="-282575">
              <a:buClr>
                <a:schemeClr val="accent2"/>
              </a:buClr>
              <a:defRPr sz="2800"/>
            </a:lvl1pPr>
            <a:lvl2pPr marL="576263" indent="-283464">
              <a:buClr>
                <a:schemeClr val="accent2"/>
              </a:buClr>
              <a:defRPr sz="2800"/>
            </a:lvl2pPr>
            <a:lvl3pPr marL="860425" indent="-284163">
              <a:buClr>
                <a:schemeClr val="accent2"/>
              </a:buClr>
              <a:defRPr sz="2800"/>
            </a:lvl3pPr>
            <a:lvl4pPr marL="1143000" indent="-282575">
              <a:buClr>
                <a:schemeClr val="accent2"/>
              </a:buClr>
              <a:defRPr sz="2800"/>
            </a:lvl4pPr>
            <a:lvl5pPr marL="1425575" indent="-282575">
              <a:buClr>
                <a:schemeClr val="accent2"/>
              </a:buClr>
              <a:defRPr sz="28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A556D8-CAED-2868-AAAD-66700B840D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" y="3415982"/>
            <a:ext cx="2560320" cy="256032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0553A6-A305-2BEA-F46C-8F995A4BAD61}"/>
              </a:ext>
            </a:extLst>
          </p:cNvPr>
          <p:cNvSpPr/>
          <p:nvPr userDrawn="1"/>
        </p:nvSpPr>
        <p:spPr>
          <a:xfrm>
            <a:off x="3670663" y="4839469"/>
            <a:ext cx="158111" cy="158111"/>
          </a:xfrm>
          <a:prstGeom prst="rect">
            <a:avLst/>
          </a:prstGeom>
          <a:solidFill>
            <a:srgbClr val="FFC59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5DEFA2-06A8-62A3-91A7-E22B08433932}"/>
              </a:ext>
            </a:extLst>
          </p:cNvPr>
          <p:cNvSpPr/>
          <p:nvPr userDrawn="1"/>
        </p:nvSpPr>
        <p:spPr>
          <a:xfrm>
            <a:off x="3384009" y="4552815"/>
            <a:ext cx="286654" cy="286654"/>
          </a:xfrm>
          <a:prstGeom prst="rect">
            <a:avLst/>
          </a:prstGeom>
          <a:solidFill>
            <a:srgbClr val="E9611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0E3A83-C7BF-3FF6-F9FF-499299481C4D}"/>
              </a:ext>
            </a:extLst>
          </p:cNvPr>
          <p:cNvSpPr/>
          <p:nvPr userDrawn="1"/>
        </p:nvSpPr>
        <p:spPr>
          <a:xfrm>
            <a:off x="92134" y="5976302"/>
            <a:ext cx="286654" cy="286654"/>
          </a:xfrm>
          <a:custGeom>
            <a:avLst/>
            <a:gdLst>
              <a:gd name="connsiteX0" fmla="*/ 36576 w 286654"/>
              <a:gd name="connsiteY0" fmla="*/ 36576 h 286654"/>
              <a:gd name="connsiteX1" fmla="*/ 36576 w 286654"/>
              <a:gd name="connsiteY1" fmla="*/ 250078 h 286654"/>
              <a:gd name="connsiteX2" fmla="*/ 250078 w 286654"/>
              <a:gd name="connsiteY2" fmla="*/ 250078 h 286654"/>
              <a:gd name="connsiteX3" fmla="*/ 250078 w 286654"/>
              <a:gd name="connsiteY3" fmla="*/ 36576 h 286654"/>
              <a:gd name="connsiteX4" fmla="*/ 0 w 286654"/>
              <a:gd name="connsiteY4" fmla="*/ 0 h 286654"/>
              <a:gd name="connsiteX5" fmla="*/ 286654 w 286654"/>
              <a:gd name="connsiteY5" fmla="*/ 0 h 286654"/>
              <a:gd name="connsiteX6" fmla="*/ 286654 w 286654"/>
              <a:gd name="connsiteY6" fmla="*/ 286654 h 286654"/>
              <a:gd name="connsiteX7" fmla="*/ 0 w 286654"/>
              <a:gd name="connsiteY7" fmla="*/ 286654 h 28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6654" h="286654">
                <a:moveTo>
                  <a:pt x="36576" y="36576"/>
                </a:moveTo>
                <a:lnTo>
                  <a:pt x="36576" y="250078"/>
                </a:lnTo>
                <a:lnTo>
                  <a:pt x="250078" y="250078"/>
                </a:lnTo>
                <a:lnTo>
                  <a:pt x="250078" y="36576"/>
                </a:lnTo>
                <a:close/>
                <a:moveTo>
                  <a:pt x="0" y="0"/>
                </a:moveTo>
                <a:lnTo>
                  <a:pt x="286654" y="0"/>
                </a:lnTo>
                <a:lnTo>
                  <a:pt x="286654" y="286654"/>
                </a:lnTo>
                <a:lnTo>
                  <a:pt x="0" y="286654"/>
                </a:lnTo>
                <a:close/>
              </a:path>
            </a:pathLst>
          </a:custGeom>
          <a:solidFill>
            <a:srgbClr val="EDB2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0DFBD9-2D36-6FC9-6F5B-1FA1AE92FB11}"/>
              </a:ext>
            </a:extLst>
          </p:cNvPr>
          <p:cNvSpPr/>
          <p:nvPr userDrawn="1"/>
        </p:nvSpPr>
        <p:spPr>
          <a:xfrm>
            <a:off x="377415" y="5818191"/>
            <a:ext cx="158111" cy="158111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07AD9E-E73F-71AC-3E9F-CD8F587A6DF6}"/>
              </a:ext>
            </a:extLst>
          </p:cNvPr>
          <p:cNvSpPr txBox="1">
            <a:spLocks/>
          </p:cNvSpPr>
          <p:nvPr userDrawn="1"/>
        </p:nvSpPr>
        <p:spPr>
          <a:xfrm>
            <a:off x="640080" y="697552"/>
            <a:ext cx="2560320" cy="2560319"/>
          </a:xfrm>
          <a:custGeom>
            <a:avLst/>
            <a:gdLst>
              <a:gd name="connsiteX0" fmla="*/ 36576 w 2560320"/>
              <a:gd name="connsiteY0" fmla="*/ 36577 h 2560319"/>
              <a:gd name="connsiteX1" fmla="*/ 36576 w 2560320"/>
              <a:gd name="connsiteY1" fmla="*/ 2523743 h 2560319"/>
              <a:gd name="connsiteX2" fmla="*/ 2523744 w 2560320"/>
              <a:gd name="connsiteY2" fmla="*/ 2523743 h 2560319"/>
              <a:gd name="connsiteX3" fmla="*/ 2523744 w 2560320"/>
              <a:gd name="connsiteY3" fmla="*/ 36577 h 2560319"/>
              <a:gd name="connsiteX4" fmla="*/ 0 w 2560320"/>
              <a:gd name="connsiteY4" fmla="*/ 0 h 2560319"/>
              <a:gd name="connsiteX5" fmla="*/ 2560320 w 2560320"/>
              <a:gd name="connsiteY5" fmla="*/ 0 h 2560319"/>
              <a:gd name="connsiteX6" fmla="*/ 2560320 w 2560320"/>
              <a:gd name="connsiteY6" fmla="*/ 2560319 h 2560319"/>
              <a:gd name="connsiteX7" fmla="*/ 0 w 2560320"/>
              <a:gd name="connsiteY7" fmla="*/ 2560319 h 256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0320" h="2560319">
                <a:moveTo>
                  <a:pt x="36576" y="36577"/>
                </a:moveTo>
                <a:lnTo>
                  <a:pt x="36576" y="2523743"/>
                </a:lnTo>
                <a:lnTo>
                  <a:pt x="2523744" y="2523743"/>
                </a:lnTo>
                <a:lnTo>
                  <a:pt x="2523744" y="36577"/>
                </a:lnTo>
                <a:close/>
                <a:moveTo>
                  <a:pt x="0" y="0"/>
                </a:moveTo>
                <a:lnTo>
                  <a:pt x="2560320" y="0"/>
                </a:lnTo>
                <a:lnTo>
                  <a:pt x="2560320" y="2560319"/>
                </a:lnTo>
                <a:lnTo>
                  <a:pt x="0" y="2560319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D2211F-6053-225D-6C08-219C0CBD9E5E}"/>
              </a:ext>
            </a:extLst>
          </p:cNvPr>
          <p:cNvSpPr/>
          <p:nvPr userDrawn="1"/>
        </p:nvSpPr>
        <p:spPr>
          <a:xfrm>
            <a:off x="3200400" y="3257871"/>
            <a:ext cx="158111" cy="158111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CAE59-52A9-53F3-4C61-FADB9EB22974}"/>
              </a:ext>
            </a:extLst>
          </p:cNvPr>
          <p:cNvSpPr/>
          <p:nvPr userDrawn="1"/>
        </p:nvSpPr>
        <p:spPr>
          <a:xfrm>
            <a:off x="3200400" y="414088"/>
            <a:ext cx="283464" cy="283464"/>
          </a:xfrm>
          <a:prstGeom prst="rect">
            <a:avLst/>
          </a:prstGeom>
          <a:solidFill>
            <a:srgbClr val="0095C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60E9FA-D6D8-9E1A-9767-3C0B170C07CB}"/>
              </a:ext>
            </a:extLst>
          </p:cNvPr>
          <p:cNvSpPr/>
          <p:nvPr userDrawn="1"/>
        </p:nvSpPr>
        <p:spPr>
          <a:xfrm>
            <a:off x="795528" y="0"/>
            <a:ext cx="470263" cy="470263"/>
          </a:xfrm>
          <a:prstGeom prst="rect">
            <a:avLst/>
          </a:prstGeom>
          <a:solidFill>
            <a:schemeClr val="accent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5E4891-1748-E2E1-0D74-7C8DE44B58ED}"/>
              </a:ext>
            </a:extLst>
          </p:cNvPr>
          <p:cNvSpPr/>
          <p:nvPr userDrawn="1"/>
        </p:nvSpPr>
        <p:spPr>
          <a:xfrm>
            <a:off x="1265791" y="470263"/>
            <a:ext cx="155448" cy="155448"/>
          </a:xfrm>
          <a:prstGeom prst="rect">
            <a:avLst/>
          </a:prstGeom>
          <a:solidFill>
            <a:srgbClr val="D7F3A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459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1295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9130EF7-7D8B-7C7C-EB2F-196CA108F1F5}"/>
              </a:ext>
            </a:extLst>
          </p:cNvPr>
          <p:cNvSpPr/>
          <p:nvPr userDrawn="1"/>
        </p:nvSpPr>
        <p:spPr>
          <a:xfrm>
            <a:off x="2490145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73025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73AB8505-B147-04F4-6FB2-028386A647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71265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C185DD6D-E762-B896-E4CD-15C9118C92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68511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4FF8D83-F067-882C-56BD-779B68B14501}"/>
              </a:ext>
            </a:extLst>
          </p:cNvPr>
          <p:cNvSpPr/>
          <p:nvPr userDrawn="1"/>
        </p:nvSpPr>
        <p:spPr>
          <a:xfrm>
            <a:off x="6188385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862E453-1E44-E8BA-F1DB-51C147312B64}"/>
              </a:ext>
            </a:extLst>
          </p:cNvPr>
          <p:cNvSpPr/>
          <p:nvPr userDrawn="1"/>
        </p:nvSpPr>
        <p:spPr>
          <a:xfrm>
            <a:off x="639763" y="1352550"/>
            <a:ext cx="1665453" cy="3515360"/>
          </a:xfrm>
          <a:custGeom>
            <a:avLst/>
            <a:gdLst>
              <a:gd name="connsiteX0" fmla="*/ 0 w 1665453"/>
              <a:gd name="connsiteY0" fmla="*/ 0 h 3515360"/>
              <a:gd name="connsiteX1" fmla="*/ 1665453 w 1665453"/>
              <a:gd name="connsiteY1" fmla="*/ 0 h 3515360"/>
              <a:gd name="connsiteX2" fmla="*/ 1665453 w 1665453"/>
              <a:gd name="connsiteY2" fmla="*/ 3515360 h 3515360"/>
              <a:gd name="connsiteX3" fmla="*/ 0 w 1665453"/>
              <a:gd name="connsiteY3" fmla="*/ 3515360 h 3515360"/>
              <a:gd name="connsiteX4" fmla="*/ 0 w 1665453"/>
              <a:gd name="connsiteY4" fmla="*/ 3478784 h 3515360"/>
              <a:gd name="connsiteX5" fmla="*/ 1628877 w 1665453"/>
              <a:gd name="connsiteY5" fmla="*/ 3478784 h 3515360"/>
              <a:gd name="connsiteX6" fmla="*/ 1628877 w 1665453"/>
              <a:gd name="connsiteY6" fmla="*/ 36576 h 3515360"/>
              <a:gd name="connsiteX7" fmla="*/ 0 w 1665453"/>
              <a:gd name="connsiteY7" fmla="*/ 36576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5453" h="3515360">
                <a:moveTo>
                  <a:pt x="0" y="0"/>
                </a:moveTo>
                <a:lnTo>
                  <a:pt x="1665453" y="0"/>
                </a:lnTo>
                <a:lnTo>
                  <a:pt x="1665453" y="3515360"/>
                </a:lnTo>
                <a:lnTo>
                  <a:pt x="0" y="3515360"/>
                </a:lnTo>
                <a:lnTo>
                  <a:pt x="0" y="3478784"/>
                </a:lnTo>
                <a:lnTo>
                  <a:pt x="1628877" y="3478784"/>
                </a:lnTo>
                <a:lnTo>
                  <a:pt x="1628877" y="36576"/>
                </a:lnTo>
                <a:lnTo>
                  <a:pt x="0" y="36576"/>
                </a:lnTo>
                <a:close/>
              </a:path>
            </a:pathLst>
          </a:custGeom>
          <a:gradFill flip="none" rotWithShape="1">
            <a:gsLst>
              <a:gs pos="0">
                <a:srgbClr val="86B3CA"/>
              </a:gs>
              <a:gs pos="80000">
                <a:srgbClr val="86B3CA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C91797-B49C-0383-7391-6E8B0D133B68}"/>
              </a:ext>
            </a:extLst>
          </p:cNvPr>
          <p:cNvSpPr/>
          <p:nvPr userDrawn="1"/>
        </p:nvSpPr>
        <p:spPr>
          <a:xfrm>
            <a:off x="9884223" y="1352550"/>
            <a:ext cx="1667697" cy="3515360"/>
          </a:xfrm>
          <a:custGeom>
            <a:avLst/>
            <a:gdLst>
              <a:gd name="connsiteX0" fmla="*/ 0 w 1667697"/>
              <a:gd name="connsiteY0" fmla="*/ 0 h 3515360"/>
              <a:gd name="connsiteX1" fmla="*/ 1667697 w 1667697"/>
              <a:gd name="connsiteY1" fmla="*/ 0 h 3515360"/>
              <a:gd name="connsiteX2" fmla="*/ 1667697 w 1667697"/>
              <a:gd name="connsiteY2" fmla="*/ 36576 h 3515360"/>
              <a:gd name="connsiteX3" fmla="*/ 36576 w 1667697"/>
              <a:gd name="connsiteY3" fmla="*/ 36576 h 3515360"/>
              <a:gd name="connsiteX4" fmla="*/ 36576 w 1667697"/>
              <a:gd name="connsiteY4" fmla="*/ 3478784 h 3515360"/>
              <a:gd name="connsiteX5" fmla="*/ 1667697 w 1667697"/>
              <a:gd name="connsiteY5" fmla="*/ 3478784 h 3515360"/>
              <a:gd name="connsiteX6" fmla="*/ 1667697 w 1667697"/>
              <a:gd name="connsiteY6" fmla="*/ 3515360 h 3515360"/>
              <a:gd name="connsiteX7" fmla="*/ 0 w 1667697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7697" h="3515360">
                <a:moveTo>
                  <a:pt x="0" y="0"/>
                </a:moveTo>
                <a:lnTo>
                  <a:pt x="1667697" y="0"/>
                </a:lnTo>
                <a:lnTo>
                  <a:pt x="1667697" y="36576"/>
                </a:lnTo>
                <a:lnTo>
                  <a:pt x="36576" y="36576"/>
                </a:lnTo>
                <a:lnTo>
                  <a:pt x="36576" y="3478784"/>
                </a:lnTo>
                <a:lnTo>
                  <a:pt x="1667697" y="3478784"/>
                </a:lnTo>
                <a:lnTo>
                  <a:pt x="1667697" y="3515360"/>
                </a:lnTo>
                <a:lnTo>
                  <a:pt x="0" y="3515360"/>
                </a:lnTo>
                <a:close/>
              </a:path>
            </a:pathLst>
          </a:custGeom>
          <a:gradFill flip="none" rotWithShape="1">
            <a:gsLst>
              <a:gs pos="0">
                <a:srgbClr val="86B3CA"/>
              </a:gs>
              <a:gs pos="80000">
                <a:srgbClr val="86B3CA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83576D-6512-4857-D8A3-6B4CDC9F1BD6}"/>
              </a:ext>
            </a:extLst>
          </p:cNvPr>
          <p:cNvSpPr/>
          <p:nvPr userDrawn="1"/>
        </p:nvSpPr>
        <p:spPr>
          <a:xfrm>
            <a:off x="9701343" y="1169670"/>
            <a:ext cx="182880" cy="182880"/>
          </a:xfrm>
          <a:prstGeom prst="rect">
            <a:avLst/>
          </a:prstGeom>
          <a:solidFill>
            <a:srgbClr val="548FA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1380A0-9A84-49A6-FE7C-4EF3E41BB687}"/>
              </a:ext>
            </a:extLst>
          </p:cNvPr>
          <p:cNvSpPr/>
          <p:nvPr userDrawn="1"/>
        </p:nvSpPr>
        <p:spPr>
          <a:xfrm>
            <a:off x="2490145" y="4689162"/>
            <a:ext cx="178748" cy="178748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2427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230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9130EF7-7D8B-7C7C-EB2F-196CA108F1F5}"/>
              </a:ext>
            </a:extLst>
          </p:cNvPr>
          <p:cNvSpPr/>
          <p:nvPr userDrawn="1"/>
        </p:nvSpPr>
        <p:spPr>
          <a:xfrm>
            <a:off x="640080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2960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73AB8505-B147-04F4-6FB2-028386A647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21200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76993BB5-B7E1-5520-E4D0-29131531C9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70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C185DD6D-E762-B896-E4CD-15C9118C92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18446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2968E3E3-4352-FD22-6D2F-3D76996034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5662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DFC9E0-6E6C-D9C3-D7A2-FAED0A6B3D98}"/>
              </a:ext>
            </a:extLst>
          </p:cNvPr>
          <p:cNvSpPr/>
          <p:nvPr userDrawn="1"/>
        </p:nvSpPr>
        <p:spPr>
          <a:xfrm>
            <a:off x="0" y="4867910"/>
            <a:ext cx="640080" cy="640080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BACA07-3EC0-DA0C-A2CF-84B702B438DE}"/>
              </a:ext>
            </a:extLst>
          </p:cNvPr>
          <p:cNvSpPr/>
          <p:nvPr userDrawn="1"/>
        </p:nvSpPr>
        <p:spPr>
          <a:xfrm>
            <a:off x="11551920" y="1169670"/>
            <a:ext cx="182880" cy="182880"/>
          </a:xfrm>
          <a:prstGeom prst="rect">
            <a:avLst/>
          </a:prstGeom>
          <a:solidFill>
            <a:srgbClr val="B2450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32E336D-522A-336E-705F-3E4AF6947DFE}"/>
              </a:ext>
            </a:extLst>
          </p:cNvPr>
          <p:cNvSpPr/>
          <p:nvPr userDrawn="1"/>
        </p:nvSpPr>
        <p:spPr>
          <a:xfrm>
            <a:off x="11734800" y="1352550"/>
            <a:ext cx="286654" cy="286654"/>
          </a:xfrm>
          <a:prstGeom prst="rect">
            <a:avLst/>
          </a:prstGeom>
          <a:solidFill>
            <a:srgbClr val="FF8F5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4FF8D83-F067-882C-56BD-779B68B14501}"/>
              </a:ext>
            </a:extLst>
          </p:cNvPr>
          <p:cNvSpPr/>
          <p:nvPr userDrawn="1"/>
        </p:nvSpPr>
        <p:spPr>
          <a:xfrm>
            <a:off x="4338320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BCC1AE5-E280-D1E2-80C9-4B85D31EE107}"/>
              </a:ext>
            </a:extLst>
          </p:cNvPr>
          <p:cNvSpPr/>
          <p:nvPr userDrawn="1"/>
        </p:nvSpPr>
        <p:spPr>
          <a:xfrm>
            <a:off x="8036878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CB3E84-D657-D83D-1F39-EC5F07FA0762}"/>
              </a:ext>
            </a:extLst>
          </p:cNvPr>
          <p:cNvSpPr/>
          <p:nvPr userDrawn="1"/>
        </p:nvSpPr>
        <p:spPr>
          <a:xfrm>
            <a:off x="4338479" y="4685030"/>
            <a:ext cx="182880" cy="182880"/>
          </a:xfrm>
          <a:prstGeom prst="rect">
            <a:avLst/>
          </a:prstGeom>
          <a:solidFill>
            <a:srgbClr val="B1D27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7449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5B0B02B-5252-0E16-0130-7C3D12F3D37D}"/>
              </a:ext>
            </a:extLst>
          </p:cNvPr>
          <p:cNvSpPr/>
          <p:nvPr userDrawn="1"/>
        </p:nvSpPr>
        <p:spPr>
          <a:xfrm>
            <a:off x="640080" y="1352550"/>
            <a:ext cx="10912158" cy="2901137"/>
          </a:xfrm>
          <a:custGeom>
            <a:avLst/>
            <a:gdLst>
              <a:gd name="connsiteX0" fmla="*/ 36576 w 10912158"/>
              <a:gd name="connsiteY0" fmla="*/ 36577 h 2901137"/>
              <a:gd name="connsiteX1" fmla="*/ 36576 w 10912158"/>
              <a:gd name="connsiteY1" fmla="*/ 2864561 h 2901137"/>
              <a:gd name="connsiteX2" fmla="*/ 10875582 w 10912158"/>
              <a:gd name="connsiteY2" fmla="*/ 2864561 h 2901137"/>
              <a:gd name="connsiteX3" fmla="*/ 10875582 w 10912158"/>
              <a:gd name="connsiteY3" fmla="*/ 36577 h 2901137"/>
              <a:gd name="connsiteX4" fmla="*/ 0 w 10912158"/>
              <a:gd name="connsiteY4" fmla="*/ 0 h 2901137"/>
              <a:gd name="connsiteX5" fmla="*/ 10912158 w 10912158"/>
              <a:gd name="connsiteY5" fmla="*/ 0 h 2901137"/>
              <a:gd name="connsiteX6" fmla="*/ 10912158 w 10912158"/>
              <a:gd name="connsiteY6" fmla="*/ 2901137 h 2901137"/>
              <a:gd name="connsiteX7" fmla="*/ 0 w 10912158"/>
              <a:gd name="connsiteY7" fmla="*/ 2901137 h 290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12158" h="2901137">
                <a:moveTo>
                  <a:pt x="36576" y="36577"/>
                </a:moveTo>
                <a:lnTo>
                  <a:pt x="36576" y="2864561"/>
                </a:lnTo>
                <a:lnTo>
                  <a:pt x="10875582" y="2864561"/>
                </a:lnTo>
                <a:lnTo>
                  <a:pt x="10875582" y="36577"/>
                </a:lnTo>
                <a:close/>
                <a:moveTo>
                  <a:pt x="0" y="0"/>
                </a:moveTo>
                <a:lnTo>
                  <a:pt x="10912158" y="0"/>
                </a:lnTo>
                <a:lnTo>
                  <a:pt x="10912158" y="2901137"/>
                </a:lnTo>
                <a:lnTo>
                  <a:pt x="0" y="29011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FB9DD0-43E0-E6EF-C650-D9D00F01EEFC}"/>
              </a:ext>
            </a:extLst>
          </p:cNvPr>
          <p:cNvSpPr/>
          <p:nvPr userDrawn="1"/>
        </p:nvSpPr>
        <p:spPr>
          <a:xfrm>
            <a:off x="11551920" y="1169670"/>
            <a:ext cx="182880" cy="182880"/>
          </a:xfrm>
          <a:prstGeom prst="rect">
            <a:avLst/>
          </a:prstGeom>
          <a:solidFill>
            <a:srgbClr val="0095C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B4EED-AC1E-F643-E383-C936B9EA88F9}"/>
              </a:ext>
            </a:extLst>
          </p:cNvPr>
          <p:cNvSpPr/>
          <p:nvPr userDrawn="1"/>
        </p:nvSpPr>
        <p:spPr>
          <a:xfrm>
            <a:off x="11734801" y="1352551"/>
            <a:ext cx="457200" cy="457200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0BBDFD-BEC5-EE71-7E6B-9B0F1165056D}"/>
              </a:ext>
            </a:extLst>
          </p:cNvPr>
          <p:cNvSpPr/>
          <p:nvPr userDrawn="1"/>
        </p:nvSpPr>
        <p:spPr>
          <a:xfrm>
            <a:off x="353426" y="4253687"/>
            <a:ext cx="286654" cy="286654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2960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960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763E9F95-FFBF-85AE-EAA3-10BCFE4791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3851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5FC58739-95FE-2802-46CC-971F714D21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93851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18E6FD75-262A-122D-8CC3-819001D111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4740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DF59D7A2-5A76-834D-8A15-DC68288194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4740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B1050A76-2CFB-CABA-57D9-1DC9AF38E37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35629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74E8C61D-494E-3F77-6EA6-6D6CCF4308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35629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1142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ar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28437A-50CF-29CA-30D2-2BBC257A7DD3}"/>
              </a:ext>
            </a:extLst>
          </p:cNvPr>
          <p:cNvSpPr/>
          <p:nvPr userDrawn="1"/>
        </p:nvSpPr>
        <p:spPr>
          <a:xfrm>
            <a:off x="639762" y="1352550"/>
            <a:ext cx="10912476" cy="2366613"/>
          </a:xfrm>
          <a:custGeom>
            <a:avLst/>
            <a:gdLst>
              <a:gd name="connsiteX0" fmla="*/ 46038 w 10912476"/>
              <a:gd name="connsiteY0" fmla="*/ 45721 h 2366613"/>
              <a:gd name="connsiteX1" fmla="*/ 46038 w 10912476"/>
              <a:gd name="connsiteY1" fmla="*/ 2320893 h 2366613"/>
              <a:gd name="connsiteX2" fmla="*/ 10866438 w 10912476"/>
              <a:gd name="connsiteY2" fmla="*/ 2320893 h 2366613"/>
              <a:gd name="connsiteX3" fmla="*/ 10866438 w 10912476"/>
              <a:gd name="connsiteY3" fmla="*/ 45721 h 2366613"/>
              <a:gd name="connsiteX4" fmla="*/ 0 w 10912476"/>
              <a:gd name="connsiteY4" fmla="*/ 0 h 2366613"/>
              <a:gd name="connsiteX5" fmla="*/ 10912476 w 10912476"/>
              <a:gd name="connsiteY5" fmla="*/ 0 h 2366613"/>
              <a:gd name="connsiteX6" fmla="*/ 10912476 w 10912476"/>
              <a:gd name="connsiteY6" fmla="*/ 2366613 h 2366613"/>
              <a:gd name="connsiteX7" fmla="*/ 0 w 10912476"/>
              <a:gd name="connsiteY7" fmla="*/ 2366613 h 2366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12476" h="2366613">
                <a:moveTo>
                  <a:pt x="46038" y="45721"/>
                </a:moveTo>
                <a:lnTo>
                  <a:pt x="46038" y="2320893"/>
                </a:lnTo>
                <a:lnTo>
                  <a:pt x="10866438" y="2320893"/>
                </a:lnTo>
                <a:lnTo>
                  <a:pt x="10866438" y="45721"/>
                </a:lnTo>
                <a:close/>
                <a:moveTo>
                  <a:pt x="0" y="0"/>
                </a:moveTo>
                <a:lnTo>
                  <a:pt x="10912476" y="0"/>
                </a:lnTo>
                <a:lnTo>
                  <a:pt x="10912476" y="2366613"/>
                </a:lnTo>
                <a:lnTo>
                  <a:pt x="0" y="23666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82F739-298C-EBA2-A91F-A1669D4541E0}"/>
              </a:ext>
            </a:extLst>
          </p:cNvPr>
          <p:cNvSpPr/>
          <p:nvPr userDrawn="1"/>
        </p:nvSpPr>
        <p:spPr>
          <a:xfrm>
            <a:off x="11551920" y="1169670"/>
            <a:ext cx="182880" cy="182880"/>
          </a:xfrm>
          <a:prstGeom prst="rect">
            <a:avLst/>
          </a:prstGeom>
          <a:solidFill>
            <a:srgbClr val="0095C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A2E1AD-2654-028C-5181-6B0DF7CE1EA7}"/>
              </a:ext>
            </a:extLst>
          </p:cNvPr>
          <p:cNvSpPr/>
          <p:nvPr userDrawn="1"/>
        </p:nvSpPr>
        <p:spPr>
          <a:xfrm>
            <a:off x="11734801" y="1352551"/>
            <a:ext cx="457200" cy="457200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3EF7B-ADA0-3908-0F32-08313B72BFDA}"/>
              </a:ext>
            </a:extLst>
          </p:cNvPr>
          <p:cNvSpPr/>
          <p:nvPr userDrawn="1"/>
        </p:nvSpPr>
        <p:spPr>
          <a:xfrm>
            <a:off x="353426" y="3719163"/>
            <a:ext cx="286654" cy="286654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2961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960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938C348D-019C-9932-3F67-2884F4C326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9670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8CAAB85A-8449-36FC-95FB-A6CEA20D12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9669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DCCF1B9D-A598-99D5-FE31-DF33C0D76D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96065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2B8D5404-F286-52B8-42B9-EE17748BF7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64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CB93B7A5-E657-2306-B77A-43C93292F70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32458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8D58B9B7-3F8E-490D-3CD5-C92B802D3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2457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3DE9AD2D-C780-79D1-3FB4-DCED9EAEEA4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68532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0F72FCE8-88A9-B34F-8BEA-45098DAF31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68531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421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350962"/>
            <a:ext cx="10911840" cy="486568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408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350962"/>
            <a:ext cx="5135880" cy="486568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350962"/>
            <a:ext cx="5134610" cy="486568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250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x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9BDBB4-6615-FB41-1401-B93069A36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1350964"/>
            <a:ext cx="5273041" cy="21579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9414398-74AE-4FC0-5412-D15D21B2FBD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279197" y="1350964"/>
            <a:ext cx="5273041" cy="21579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1B7E07-3821-B2E4-641A-F2BC2C562D7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40080" y="3874707"/>
            <a:ext cx="5273041" cy="21579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C3CBE23-BF64-0ACE-4068-3470B172F90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77609" y="3874707"/>
            <a:ext cx="5273041" cy="2157984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0AD1F2-95A2-979B-B620-C90251AD07B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50963"/>
            <a:ext cx="0" cy="468172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BE7844-CF5A-91CE-82AC-3476F8F43947}"/>
              </a:ext>
            </a:extLst>
          </p:cNvPr>
          <p:cNvCxnSpPr>
            <a:cxnSpLocks/>
          </p:cNvCxnSpPr>
          <p:nvPr userDrawn="1"/>
        </p:nvCxnSpPr>
        <p:spPr>
          <a:xfrm>
            <a:off x="640080" y="3691827"/>
            <a:ext cx="109105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5367528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5367528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C5593E0-6E71-F064-B777-B376CDA76F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392" y="1352550"/>
            <a:ext cx="5367528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392" y="2084069"/>
            <a:ext cx="5367528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100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3511296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3511296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12B4B45-CF39-C881-FEED-193B2B89EA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0352" y="1352550"/>
            <a:ext cx="3511296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6A1A6E-39AF-64E3-3210-6BA9680B4DA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340352" y="2084069"/>
            <a:ext cx="3511296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47937BC-FCEA-CF86-9ECE-0BB1BEC95F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0624" y="1352550"/>
            <a:ext cx="3511296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0F4CBDF-F4ED-5751-33F6-BFE24BB0F3F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40624" y="2084069"/>
            <a:ext cx="3511296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627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1352550"/>
            <a:ext cx="2590640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2084069"/>
            <a:ext cx="2590801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93B42FB-5999-B3E9-6C21-A952B948FD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13443" y="1352550"/>
            <a:ext cx="2590640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3DD9B0E-BCFC-DE24-9478-B0C73997F4C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413443" y="2084069"/>
            <a:ext cx="2590801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408E2BB1-3472-BF16-ED03-7CE5ABEC0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7600" y="1352550"/>
            <a:ext cx="2590640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422803A-3C57-F77D-E23A-7A9EDA5A4C0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187600" y="2084069"/>
            <a:ext cx="2590801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644D253-0A20-D2D5-3705-32A1EAF2C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1598" y="1352550"/>
            <a:ext cx="2590640" cy="73152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C5DA0EE-F75D-43D7-1BC1-178FAD4EABBC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961598" y="2084069"/>
            <a:ext cx="2590801" cy="4132581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99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4 Grid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2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A1EBED7-F22A-AEEF-50AF-DCA60FB5AF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2" y="1352550"/>
            <a:ext cx="5367528" cy="4572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F7A658-66DC-B049-F531-80D4915734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2" y="1809751"/>
            <a:ext cx="5367528" cy="1881822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0FC96-C70F-998A-9A23-3EFB1C5B42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4074" y="1352550"/>
            <a:ext cx="5367528" cy="4572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D03784-EE29-2040-37CA-E2431675954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84074" y="1809751"/>
            <a:ext cx="5367528" cy="1881822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FAA5EC1-E581-7F86-69FD-456AAC31E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9762" y="3877627"/>
            <a:ext cx="5367528" cy="4572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BAE097-DB91-0EF3-B142-A7B9DBC1171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9762" y="4334828"/>
            <a:ext cx="5367528" cy="1881822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95ECE6F-897C-C9A8-BE7B-4BA634EE6D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074" y="3877627"/>
            <a:ext cx="5367528" cy="4572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3DD6434-B377-6CD5-E09D-4A7DE66647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84074" y="4334828"/>
            <a:ext cx="5367528" cy="1881822"/>
          </a:xfrm>
          <a:noFill/>
          <a:ln>
            <a:solidFill>
              <a:schemeClr val="accent2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46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C991-9E2F-104F-8898-D7E738092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2051164"/>
            <a:ext cx="2527976" cy="275315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1648828"/>
            <a:ext cx="1594925" cy="1591056"/>
          </a:xfrm>
          <a:solidFill>
            <a:srgbClr val="00A3F6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38322" y="1648828"/>
            <a:ext cx="5613915" cy="1591056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5A8F2CDB-E1B1-B57E-B5BF-DF4AD07E7F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3615596"/>
            <a:ext cx="1594925" cy="1591056"/>
          </a:xfrm>
          <a:solidFill>
            <a:srgbClr val="00A3F6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54D76D-FB29-6987-DD5B-1A13AB4FCE1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38322" y="3615596"/>
            <a:ext cx="5613915" cy="1591056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1D1B98-4A48-0573-477C-8FCC84C6901B}"/>
              </a:ext>
            </a:extLst>
          </p:cNvPr>
          <p:cNvSpPr/>
          <p:nvPr userDrawn="1"/>
        </p:nvSpPr>
        <p:spPr>
          <a:xfrm>
            <a:off x="642377" y="1648828"/>
            <a:ext cx="3332650" cy="3557824"/>
          </a:xfrm>
          <a:custGeom>
            <a:avLst/>
            <a:gdLst>
              <a:gd name="connsiteX0" fmla="*/ 34261 w 3332650"/>
              <a:gd name="connsiteY0" fmla="*/ 36576 h 3557824"/>
              <a:gd name="connsiteX1" fmla="*/ 34261 w 3332650"/>
              <a:gd name="connsiteY1" fmla="*/ 3521248 h 3557824"/>
              <a:gd name="connsiteX2" fmla="*/ 3298389 w 3332650"/>
              <a:gd name="connsiteY2" fmla="*/ 3521248 h 3557824"/>
              <a:gd name="connsiteX3" fmla="*/ 3298389 w 3332650"/>
              <a:gd name="connsiteY3" fmla="*/ 36576 h 3557824"/>
              <a:gd name="connsiteX4" fmla="*/ 0 w 3332650"/>
              <a:gd name="connsiteY4" fmla="*/ 0 h 3557824"/>
              <a:gd name="connsiteX5" fmla="*/ 3332650 w 3332650"/>
              <a:gd name="connsiteY5" fmla="*/ 0 h 3557824"/>
              <a:gd name="connsiteX6" fmla="*/ 3332650 w 3332650"/>
              <a:gd name="connsiteY6" fmla="*/ 3557824 h 3557824"/>
              <a:gd name="connsiteX7" fmla="*/ 0 w 3332650"/>
              <a:gd name="connsiteY7" fmla="*/ 3557824 h 355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2650" h="3557824">
                <a:moveTo>
                  <a:pt x="34261" y="36576"/>
                </a:moveTo>
                <a:lnTo>
                  <a:pt x="34261" y="3521248"/>
                </a:lnTo>
                <a:lnTo>
                  <a:pt x="3298389" y="3521248"/>
                </a:lnTo>
                <a:lnTo>
                  <a:pt x="3298389" y="36576"/>
                </a:lnTo>
                <a:close/>
                <a:moveTo>
                  <a:pt x="0" y="0"/>
                </a:moveTo>
                <a:lnTo>
                  <a:pt x="3332650" y="0"/>
                </a:lnTo>
                <a:lnTo>
                  <a:pt x="3332650" y="3557824"/>
                </a:lnTo>
                <a:lnTo>
                  <a:pt x="0" y="3557824"/>
                </a:lnTo>
                <a:close/>
              </a:path>
            </a:pathLst>
          </a:custGeom>
          <a:solidFill>
            <a:srgbClr val="00A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62EBD0-6E85-2D5D-7E09-1F13A883244A}"/>
              </a:ext>
            </a:extLst>
          </p:cNvPr>
          <p:cNvSpPr/>
          <p:nvPr userDrawn="1"/>
        </p:nvSpPr>
        <p:spPr>
          <a:xfrm>
            <a:off x="0" y="1648828"/>
            <a:ext cx="170125" cy="170125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BD9D7-93B1-2295-D432-373B18CB3629}"/>
              </a:ext>
            </a:extLst>
          </p:cNvPr>
          <p:cNvSpPr/>
          <p:nvPr userDrawn="1"/>
        </p:nvSpPr>
        <p:spPr>
          <a:xfrm>
            <a:off x="172113" y="1178565"/>
            <a:ext cx="470263" cy="470263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0792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1F33502-FF3E-5973-3DA5-5995A853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1042416"/>
            <a:ext cx="2527976" cy="477317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641031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62746" y="641031"/>
            <a:ext cx="5586876" cy="1614066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30BF0C4-DF3D-5C44-48D9-DF7D30C754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2621967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54E0CC-D588-2E96-E46C-6D3E52BAF92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62746" y="2621967"/>
            <a:ext cx="5586876" cy="1614066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D7BB096-5901-7E51-B875-EACF33508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8" y="4601475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D5DBF6-B7D4-ABF3-6073-A8AD1A08FB7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62746" y="4601475"/>
            <a:ext cx="5586876" cy="1614066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19CFF-697A-9290-2215-D4718F081482}"/>
              </a:ext>
            </a:extLst>
          </p:cNvPr>
          <p:cNvSpPr txBox="1">
            <a:spLocks/>
          </p:cNvSpPr>
          <p:nvPr userDrawn="1"/>
        </p:nvSpPr>
        <p:spPr>
          <a:xfrm>
            <a:off x="642377" y="640080"/>
            <a:ext cx="3335262" cy="5577842"/>
          </a:xfrm>
          <a:custGeom>
            <a:avLst/>
            <a:gdLst>
              <a:gd name="connsiteX0" fmla="*/ 36576 w 3335262"/>
              <a:gd name="connsiteY0" fmla="*/ 36576 h 5577842"/>
              <a:gd name="connsiteX1" fmla="*/ 36576 w 3335262"/>
              <a:gd name="connsiteY1" fmla="*/ 5541266 h 5577842"/>
              <a:gd name="connsiteX2" fmla="*/ 3298686 w 3335262"/>
              <a:gd name="connsiteY2" fmla="*/ 5541266 h 5577842"/>
              <a:gd name="connsiteX3" fmla="*/ 3298686 w 3335262"/>
              <a:gd name="connsiteY3" fmla="*/ 36576 h 5577842"/>
              <a:gd name="connsiteX4" fmla="*/ 0 w 3335262"/>
              <a:gd name="connsiteY4" fmla="*/ 0 h 5577842"/>
              <a:gd name="connsiteX5" fmla="*/ 3335262 w 3335262"/>
              <a:gd name="connsiteY5" fmla="*/ 0 h 5577842"/>
              <a:gd name="connsiteX6" fmla="*/ 3335262 w 3335262"/>
              <a:gd name="connsiteY6" fmla="*/ 5577842 h 5577842"/>
              <a:gd name="connsiteX7" fmla="*/ 0 w 3335262"/>
              <a:gd name="connsiteY7" fmla="*/ 5577842 h 557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5262" h="5577842">
                <a:moveTo>
                  <a:pt x="36576" y="36576"/>
                </a:moveTo>
                <a:lnTo>
                  <a:pt x="36576" y="5541266"/>
                </a:lnTo>
                <a:lnTo>
                  <a:pt x="3298686" y="5541266"/>
                </a:lnTo>
                <a:lnTo>
                  <a:pt x="3298686" y="36576"/>
                </a:lnTo>
                <a:close/>
                <a:moveTo>
                  <a:pt x="0" y="0"/>
                </a:moveTo>
                <a:lnTo>
                  <a:pt x="3335262" y="0"/>
                </a:lnTo>
                <a:lnTo>
                  <a:pt x="3335262" y="5577842"/>
                </a:lnTo>
                <a:lnTo>
                  <a:pt x="0" y="5577842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365760" tIns="685800" rIns="365760" bIns="6858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8F627-A016-FA9E-2C72-49C329BE2234}"/>
              </a:ext>
            </a:extLst>
          </p:cNvPr>
          <p:cNvSpPr/>
          <p:nvPr userDrawn="1"/>
        </p:nvSpPr>
        <p:spPr>
          <a:xfrm>
            <a:off x="0" y="639763"/>
            <a:ext cx="170125" cy="170125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A3421-8B6A-66AB-8AC0-509E1F77ADD9}"/>
              </a:ext>
            </a:extLst>
          </p:cNvPr>
          <p:cNvSpPr/>
          <p:nvPr userDrawn="1"/>
        </p:nvSpPr>
        <p:spPr>
          <a:xfrm>
            <a:off x="172113" y="169500"/>
            <a:ext cx="470263" cy="470263"/>
          </a:xfrm>
          <a:prstGeom prst="rect">
            <a:avLst/>
          </a:prstGeom>
          <a:solidFill>
            <a:srgbClr val="0095C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0270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A8BDD78-5FAC-8A55-991C-65E237B2F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1042416"/>
            <a:ext cx="2527976" cy="477317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39763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861" y="639762"/>
            <a:ext cx="5945376" cy="125934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7CA595A-6D62-43D1-587B-082C97838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2078943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029D4D-033C-35FC-E0DA-F46E0B6061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606861" y="2078942"/>
            <a:ext cx="5945376" cy="125934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29D1A13-E761-EC6E-D12B-71C8846FD0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3518122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134D6D-3210-16EF-80F3-C65CD6167A5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06861" y="3518121"/>
            <a:ext cx="5945376" cy="125934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9CE4D8C-A6A7-258C-A083-8DCB8CA9F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957302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2D25DE-BD5A-1E2A-B371-ECE4BD16724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606861" y="4957301"/>
            <a:ext cx="5945376" cy="125934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ACED18-52E1-266E-FF34-B44CA2BDA8E2}"/>
              </a:ext>
            </a:extLst>
          </p:cNvPr>
          <p:cNvSpPr txBox="1">
            <a:spLocks/>
          </p:cNvSpPr>
          <p:nvPr userDrawn="1"/>
        </p:nvSpPr>
        <p:spPr>
          <a:xfrm>
            <a:off x="642377" y="640080"/>
            <a:ext cx="3335262" cy="5577842"/>
          </a:xfrm>
          <a:custGeom>
            <a:avLst/>
            <a:gdLst>
              <a:gd name="connsiteX0" fmla="*/ 36576 w 3335262"/>
              <a:gd name="connsiteY0" fmla="*/ 36576 h 5577842"/>
              <a:gd name="connsiteX1" fmla="*/ 36576 w 3335262"/>
              <a:gd name="connsiteY1" fmla="*/ 5541266 h 5577842"/>
              <a:gd name="connsiteX2" fmla="*/ 3298686 w 3335262"/>
              <a:gd name="connsiteY2" fmla="*/ 5541266 h 5577842"/>
              <a:gd name="connsiteX3" fmla="*/ 3298686 w 3335262"/>
              <a:gd name="connsiteY3" fmla="*/ 36576 h 5577842"/>
              <a:gd name="connsiteX4" fmla="*/ 0 w 3335262"/>
              <a:gd name="connsiteY4" fmla="*/ 0 h 5577842"/>
              <a:gd name="connsiteX5" fmla="*/ 3335262 w 3335262"/>
              <a:gd name="connsiteY5" fmla="*/ 0 h 5577842"/>
              <a:gd name="connsiteX6" fmla="*/ 3335262 w 3335262"/>
              <a:gd name="connsiteY6" fmla="*/ 5577842 h 5577842"/>
              <a:gd name="connsiteX7" fmla="*/ 0 w 3335262"/>
              <a:gd name="connsiteY7" fmla="*/ 5577842 h 557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5262" h="5577842">
                <a:moveTo>
                  <a:pt x="36576" y="36576"/>
                </a:moveTo>
                <a:lnTo>
                  <a:pt x="36576" y="5541266"/>
                </a:lnTo>
                <a:lnTo>
                  <a:pt x="3298686" y="5541266"/>
                </a:lnTo>
                <a:lnTo>
                  <a:pt x="3298686" y="36576"/>
                </a:lnTo>
                <a:close/>
                <a:moveTo>
                  <a:pt x="0" y="0"/>
                </a:moveTo>
                <a:lnTo>
                  <a:pt x="3335262" y="0"/>
                </a:lnTo>
                <a:lnTo>
                  <a:pt x="3335262" y="5577842"/>
                </a:lnTo>
                <a:lnTo>
                  <a:pt x="0" y="5577842"/>
                </a:lnTo>
                <a:close/>
              </a:path>
            </a:pathLst>
          </a:custGeom>
          <a:solidFill>
            <a:schemeClr val="accent3"/>
          </a:solidFill>
        </p:spPr>
        <p:txBody>
          <a:bodyPr vert="horz" wrap="square" lIns="365760" tIns="685800" rIns="365760" bIns="6858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62889D-CF8C-1293-98C9-B2E32159D816}"/>
              </a:ext>
            </a:extLst>
          </p:cNvPr>
          <p:cNvSpPr/>
          <p:nvPr userDrawn="1"/>
        </p:nvSpPr>
        <p:spPr>
          <a:xfrm>
            <a:off x="0" y="639763"/>
            <a:ext cx="170125" cy="170125"/>
          </a:xfrm>
          <a:prstGeom prst="rect">
            <a:avLst/>
          </a:prstGeom>
          <a:solidFill>
            <a:srgbClr val="FFE1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CA4A38-16F1-5F93-F149-0D892A577702}"/>
              </a:ext>
            </a:extLst>
          </p:cNvPr>
          <p:cNvSpPr/>
          <p:nvPr userDrawn="1"/>
        </p:nvSpPr>
        <p:spPr>
          <a:xfrm>
            <a:off x="172113" y="169500"/>
            <a:ext cx="470263" cy="470263"/>
          </a:xfrm>
          <a:prstGeom prst="rect">
            <a:avLst/>
          </a:prstGeom>
          <a:solidFill>
            <a:srgbClr val="EDB2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8623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99FD9AD-6A55-B9FB-C392-3B35F5152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1042416"/>
            <a:ext cx="2527976" cy="477317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E041CEC-2951-5B9F-2554-B900056DF0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44808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891F22-D93C-CE66-8686-EC86198FEE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13019" y="644807"/>
            <a:ext cx="6239218" cy="96646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F5E3D8D-EE8B-2504-0E7B-8BD0E429E0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1791427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10C486B-DFD6-C301-F3CB-D01B2ACD541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313019" y="1791426"/>
            <a:ext cx="6239218" cy="96646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B5970A10-5E1C-A255-8FB8-D459ADDAE9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2938043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EDFAD67-E3A1-0FF6-987D-7D581812A92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313019" y="2938042"/>
            <a:ext cx="6239218" cy="96646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C0136CF7-D8D3-C5F7-3C34-CB802C75DF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084662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A1449F-D7F4-640E-689B-662E6BE7F2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313019" y="4084661"/>
            <a:ext cx="6239218" cy="96646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A5218536-8ED5-63AC-DEB9-549E55FFA6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3399" y="5259652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6468BD1-0061-5A82-D408-E4B39AD360F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313019" y="5259651"/>
            <a:ext cx="6239218" cy="966461"/>
          </a:xfrm>
          <a:solidFill>
            <a:srgbClr val="004A86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2B4E8D-1BF3-C5E5-D5DD-A6AA8ED6ABC6}"/>
              </a:ext>
            </a:extLst>
          </p:cNvPr>
          <p:cNvSpPr txBox="1">
            <a:spLocks/>
          </p:cNvSpPr>
          <p:nvPr userDrawn="1"/>
        </p:nvSpPr>
        <p:spPr>
          <a:xfrm>
            <a:off x="642377" y="640080"/>
            <a:ext cx="3335262" cy="5577842"/>
          </a:xfrm>
          <a:custGeom>
            <a:avLst/>
            <a:gdLst>
              <a:gd name="connsiteX0" fmla="*/ 36576 w 3335262"/>
              <a:gd name="connsiteY0" fmla="*/ 36576 h 5577842"/>
              <a:gd name="connsiteX1" fmla="*/ 36576 w 3335262"/>
              <a:gd name="connsiteY1" fmla="*/ 5541266 h 5577842"/>
              <a:gd name="connsiteX2" fmla="*/ 3298686 w 3335262"/>
              <a:gd name="connsiteY2" fmla="*/ 5541266 h 5577842"/>
              <a:gd name="connsiteX3" fmla="*/ 3298686 w 3335262"/>
              <a:gd name="connsiteY3" fmla="*/ 36576 h 5577842"/>
              <a:gd name="connsiteX4" fmla="*/ 0 w 3335262"/>
              <a:gd name="connsiteY4" fmla="*/ 0 h 5577842"/>
              <a:gd name="connsiteX5" fmla="*/ 3335262 w 3335262"/>
              <a:gd name="connsiteY5" fmla="*/ 0 h 5577842"/>
              <a:gd name="connsiteX6" fmla="*/ 3335262 w 3335262"/>
              <a:gd name="connsiteY6" fmla="*/ 5577842 h 5577842"/>
              <a:gd name="connsiteX7" fmla="*/ 0 w 3335262"/>
              <a:gd name="connsiteY7" fmla="*/ 5577842 h 557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5262" h="5577842">
                <a:moveTo>
                  <a:pt x="36576" y="36576"/>
                </a:moveTo>
                <a:lnTo>
                  <a:pt x="36576" y="5541266"/>
                </a:lnTo>
                <a:lnTo>
                  <a:pt x="3298686" y="5541266"/>
                </a:lnTo>
                <a:lnTo>
                  <a:pt x="3298686" y="36576"/>
                </a:lnTo>
                <a:close/>
                <a:moveTo>
                  <a:pt x="0" y="0"/>
                </a:moveTo>
                <a:lnTo>
                  <a:pt x="3335262" y="0"/>
                </a:lnTo>
                <a:lnTo>
                  <a:pt x="3335262" y="5577842"/>
                </a:lnTo>
                <a:lnTo>
                  <a:pt x="0" y="5577842"/>
                </a:lnTo>
                <a:close/>
              </a:path>
            </a:pathLst>
          </a:custGeom>
          <a:solidFill>
            <a:schemeClr val="accent4"/>
          </a:solidFill>
        </p:spPr>
        <p:txBody>
          <a:bodyPr vert="horz" wrap="square" lIns="365760" tIns="685800" rIns="365760" bIns="6858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37A278-06A6-2598-D757-A489A655F4BE}"/>
              </a:ext>
            </a:extLst>
          </p:cNvPr>
          <p:cNvSpPr/>
          <p:nvPr userDrawn="1"/>
        </p:nvSpPr>
        <p:spPr>
          <a:xfrm>
            <a:off x="0" y="639763"/>
            <a:ext cx="170125" cy="170125"/>
          </a:xfrm>
          <a:prstGeom prst="rect">
            <a:avLst/>
          </a:prstGeom>
          <a:solidFill>
            <a:srgbClr val="FF8F5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9DBDE-D5B2-4AB2-A0CF-CD2ECB00EF90}"/>
              </a:ext>
            </a:extLst>
          </p:cNvPr>
          <p:cNvSpPr/>
          <p:nvPr userDrawn="1"/>
        </p:nvSpPr>
        <p:spPr>
          <a:xfrm>
            <a:off x="172113" y="169500"/>
            <a:ext cx="470263" cy="470263"/>
          </a:xfrm>
          <a:prstGeom prst="rect">
            <a:avLst/>
          </a:prstGeom>
          <a:solidFill>
            <a:srgbClr val="B2450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0780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242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28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6A3C7A-0D03-4ABF-7369-DA48EFB6CF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" y="987552"/>
            <a:ext cx="10911840" cy="365760"/>
          </a:xfrm>
        </p:spPr>
        <p:txBody>
          <a:bodyPr anchor="ctr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22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533844"/>
            <a:ext cx="10910570" cy="4682806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641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B6E4F3-2E55-E9EA-4859-9DC5DF5353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10912474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533842"/>
            <a:ext cx="5135880" cy="468280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533842"/>
            <a:ext cx="5135880" cy="468280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826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94338F-57B1-028F-1D5E-F45277722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5136197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5136197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3" y="1533843"/>
            <a:ext cx="5136197" cy="468280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6040" y="0"/>
            <a:ext cx="5775960" cy="64007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2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+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E60C93-847C-93D6-AE2E-10B0B166D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5136197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5136197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3" y="1533844"/>
            <a:ext cx="5136197" cy="4682806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452" y="347471"/>
            <a:ext cx="5136197" cy="23774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4452" y="2724909"/>
            <a:ext cx="5136197" cy="466347"/>
          </a:xfrm>
        </p:spPr>
        <p:txBody>
          <a:bodyPr tIns="91440" bIns="91440">
            <a:normAutofit/>
          </a:bodyPr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4452" y="3372863"/>
            <a:ext cx="5136197" cy="23774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4452" y="5750302"/>
            <a:ext cx="5136197" cy="466347"/>
          </a:xfrm>
        </p:spPr>
        <p:txBody>
          <a:bodyPr tIns="91440" bIns="91440">
            <a:normAutofit/>
          </a:bodyPr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63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400799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72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W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28CC3DB-32C1-9267-C415-1682E5B10D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52550"/>
            <a:ext cx="12192000" cy="5048249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4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Left Title Sp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C1D5899-2B9E-5D25-F726-760571B26364}"/>
              </a:ext>
            </a:extLst>
          </p:cNvPr>
          <p:cNvSpPr/>
          <p:nvPr userDrawn="1"/>
        </p:nvSpPr>
        <p:spPr>
          <a:xfrm>
            <a:off x="3" y="0"/>
            <a:ext cx="12191994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6A69887A-DD77-9546-AE4E-B9C0617A29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250" y="1371599"/>
            <a:ext cx="3657601" cy="3657601"/>
          </a:xfrm>
          <a:solidFill>
            <a:schemeClr val="accent1"/>
          </a:solidFill>
        </p:spPr>
        <p:txBody>
          <a:bodyPr lIns="182880" tIns="182880" rIns="182880" bIns="182880"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AD1F6E-6AFC-AC91-D952-A8CB5AD405FC}"/>
              </a:ext>
            </a:extLst>
          </p:cNvPr>
          <p:cNvSpPr/>
          <p:nvPr userDrawn="1"/>
        </p:nvSpPr>
        <p:spPr>
          <a:xfrm>
            <a:off x="241988" y="5029200"/>
            <a:ext cx="470263" cy="470263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F1BE65-F2AE-9E27-36A5-2D3DF330AF32}"/>
              </a:ext>
            </a:extLst>
          </p:cNvPr>
          <p:cNvSpPr/>
          <p:nvPr userDrawn="1"/>
        </p:nvSpPr>
        <p:spPr>
          <a:xfrm>
            <a:off x="3" y="4787214"/>
            <a:ext cx="241985" cy="241985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7F9FD-D9BA-C8B1-8798-E3C55C056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" y="0"/>
            <a:ext cx="12191997" cy="6400799"/>
          </a:xfrm>
          <a:custGeom>
            <a:avLst/>
            <a:gdLst>
              <a:gd name="connsiteX0" fmla="*/ 241985 w 12191997"/>
              <a:gd name="connsiteY0" fmla="*/ 5029200 h 6400799"/>
              <a:gd name="connsiteX1" fmla="*/ 241985 w 12191997"/>
              <a:gd name="connsiteY1" fmla="*/ 5499463 h 6400799"/>
              <a:gd name="connsiteX2" fmla="*/ 712248 w 12191997"/>
              <a:gd name="connsiteY2" fmla="*/ 5499463 h 6400799"/>
              <a:gd name="connsiteX3" fmla="*/ 712248 w 12191997"/>
              <a:gd name="connsiteY3" fmla="*/ 5029200 h 6400799"/>
              <a:gd name="connsiteX4" fmla="*/ 712249 w 12191997"/>
              <a:gd name="connsiteY4" fmla="*/ 1371600 h 6400799"/>
              <a:gd name="connsiteX5" fmla="*/ 712249 w 12191997"/>
              <a:gd name="connsiteY5" fmla="*/ 5029200 h 6400799"/>
              <a:gd name="connsiteX6" fmla="*/ 4369848 w 12191997"/>
              <a:gd name="connsiteY6" fmla="*/ 5029200 h 6400799"/>
              <a:gd name="connsiteX7" fmla="*/ 4369848 w 12191997"/>
              <a:gd name="connsiteY7" fmla="*/ 1371600 h 6400799"/>
              <a:gd name="connsiteX8" fmla="*/ 0 w 12191997"/>
              <a:gd name="connsiteY8" fmla="*/ 0 h 6400799"/>
              <a:gd name="connsiteX9" fmla="*/ 11479747 w 12191997"/>
              <a:gd name="connsiteY9" fmla="*/ 0 h 6400799"/>
              <a:gd name="connsiteX10" fmla="*/ 11734798 w 12191997"/>
              <a:gd name="connsiteY10" fmla="*/ 0 h 6400799"/>
              <a:gd name="connsiteX11" fmla="*/ 12191997 w 12191997"/>
              <a:gd name="connsiteY11" fmla="*/ 0 h 6400799"/>
              <a:gd name="connsiteX12" fmla="*/ 12191997 w 12191997"/>
              <a:gd name="connsiteY12" fmla="*/ 6400799 h 6400799"/>
              <a:gd name="connsiteX13" fmla="*/ 11734798 w 12191997"/>
              <a:gd name="connsiteY13" fmla="*/ 6400799 h 6400799"/>
              <a:gd name="connsiteX14" fmla="*/ 11479747 w 12191997"/>
              <a:gd name="connsiteY14" fmla="*/ 6400799 h 6400799"/>
              <a:gd name="connsiteX15" fmla="*/ 0 w 12191997"/>
              <a:gd name="connsiteY15" fmla="*/ 6400799 h 6400799"/>
              <a:gd name="connsiteX16" fmla="*/ 0 w 12191997"/>
              <a:gd name="connsiteY16" fmla="*/ 5029199 h 6400799"/>
              <a:gd name="connsiteX17" fmla="*/ 241985 w 12191997"/>
              <a:gd name="connsiteY17" fmla="*/ 5029199 h 6400799"/>
              <a:gd name="connsiteX18" fmla="*/ 241985 w 12191997"/>
              <a:gd name="connsiteY18" fmla="*/ 4787214 h 6400799"/>
              <a:gd name="connsiteX19" fmla="*/ 0 w 12191997"/>
              <a:gd name="connsiteY19" fmla="*/ 4787214 h 640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1997" h="6400799">
                <a:moveTo>
                  <a:pt x="241985" y="5029200"/>
                </a:moveTo>
                <a:lnTo>
                  <a:pt x="241985" y="5499463"/>
                </a:lnTo>
                <a:lnTo>
                  <a:pt x="712248" y="5499463"/>
                </a:lnTo>
                <a:lnTo>
                  <a:pt x="712248" y="5029200"/>
                </a:lnTo>
                <a:close/>
                <a:moveTo>
                  <a:pt x="712249" y="1371600"/>
                </a:moveTo>
                <a:lnTo>
                  <a:pt x="712249" y="5029200"/>
                </a:lnTo>
                <a:lnTo>
                  <a:pt x="4369848" y="5029200"/>
                </a:lnTo>
                <a:lnTo>
                  <a:pt x="4369848" y="1371600"/>
                </a:lnTo>
                <a:close/>
                <a:moveTo>
                  <a:pt x="0" y="0"/>
                </a:moveTo>
                <a:lnTo>
                  <a:pt x="11479747" y="0"/>
                </a:lnTo>
                <a:lnTo>
                  <a:pt x="11734798" y="0"/>
                </a:lnTo>
                <a:lnTo>
                  <a:pt x="12191997" y="0"/>
                </a:lnTo>
                <a:lnTo>
                  <a:pt x="12191997" y="6400799"/>
                </a:lnTo>
                <a:lnTo>
                  <a:pt x="11734798" y="6400799"/>
                </a:lnTo>
                <a:lnTo>
                  <a:pt x="11479747" y="6400799"/>
                </a:lnTo>
                <a:lnTo>
                  <a:pt x="0" y="6400799"/>
                </a:lnTo>
                <a:lnTo>
                  <a:pt x="0" y="5029199"/>
                </a:lnTo>
                <a:lnTo>
                  <a:pt x="241985" y="5029199"/>
                </a:lnTo>
                <a:lnTo>
                  <a:pt x="241985" y="4787214"/>
                </a:lnTo>
                <a:lnTo>
                  <a:pt x="0" y="478721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1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Right Title Sp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4F3B6E-D05E-E4F6-DC76-31639E847BA7}"/>
              </a:ext>
            </a:extLst>
          </p:cNvPr>
          <p:cNvSpPr/>
          <p:nvPr userDrawn="1"/>
        </p:nvSpPr>
        <p:spPr>
          <a:xfrm>
            <a:off x="0" y="0"/>
            <a:ext cx="12191995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6" name="Title 30">
            <a:extLst>
              <a:ext uri="{FF2B5EF4-FFF2-40B4-BE49-F238E27FC236}">
                <a16:creationId xmlns:a16="http://schemas.microsoft.com/office/drawing/2014/main" id="{EB2A2752-ACB8-2582-F75D-5593DC921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2149" y="1371599"/>
            <a:ext cx="3657601" cy="3657601"/>
          </a:xfrm>
          <a:solidFill>
            <a:schemeClr val="accent1"/>
          </a:solidFill>
        </p:spPr>
        <p:txBody>
          <a:bodyPr lIns="182880" tIns="182880" rIns="182880" bIns="182880"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F3002-6F26-3F97-964D-49A0F18642A5}"/>
              </a:ext>
            </a:extLst>
          </p:cNvPr>
          <p:cNvSpPr/>
          <p:nvPr userDrawn="1"/>
        </p:nvSpPr>
        <p:spPr>
          <a:xfrm>
            <a:off x="11479750" y="5029200"/>
            <a:ext cx="470263" cy="470263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BAFF7B-53E6-A6F9-54BA-3FC1B58686E4}"/>
              </a:ext>
            </a:extLst>
          </p:cNvPr>
          <p:cNvSpPr/>
          <p:nvPr userDrawn="1"/>
        </p:nvSpPr>
        <p:spPr>
          <a:xfrm>
            <a:off x="11950013" y="4787214"/>
            <a:ext cx="241985" cy="241985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805D81-4895-0090-8095-3DF72D3312B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8" cy="6400799"/>
          </a:xfrm>
          <a:custGeom>
            <a:avLst/>
            <a:gdLst>
              <a:gd name="connsiteX0" fmla="*/ 7822150 w 12191998"/>
              <a:gd name="connsiteY0" fmla="*/ 1371600 h 6400799"/>
              <a:gd name="connsiteX1" fmla="*/ 7822150 w 12191998"/>
              <a:gd name="connsiteY1" fmla="*/ 5029200 h 6400799"/>
              <a:gd name="connsiteX2" fmla="*/ 11479750 w 12191998"/>
              <a:gd name="connsiteY2" fmla="*/ 5029200 h 6400799"/>
              <a:gd name="connsiteX3" fmla="*/ 11479750 w 12191998"/>
              <a:gd name="connsiteY3" fmla="*/ 5499463 h 6400799"/>
              <a:gd name="connsiteX4" fmla="*/ 11950013 w 12191998"/>
              <a:gd name="connsiteY4" fmla="*/ 5499463 h 6400799"/>
              <a:gd name="connsiteX5" fmla="*/ 11950013 w 12191998"/>
              <a:gd name="connsiteY5" fmla="*/ 5029200 h 6400799"/>
              <a:gd name="connsiteX6" fmla="*/ 11479750 w 12191998"/>
              <a:gd name="connsiteY6" fmla="*/ 5029200 h 6400799"/>
              <a:gd name="connsiteX7" fmla="*/ 11479750 w 12191998"/>
              <a:gd name="connsiteY7" fmla="*/ 1371600 h 6400799"/>
              <a:gd name="connsiteX8" fmla="*/ 0 w 12191998"/>
              <a:gd name="connsiteY8" fmla="*/ 0 h 6400799"/>
              <a:gd name="connsiteX9" fmla="*/ 457200 w 12191998"/>
              <a:gd name="connsiteY9" fmla="*/ 0 h 6400799"/>
              <a:gd name="connsiteX10" fmla="*/ 1393371 w 12191998"/>
              <a:gd name="connsiteY10" fmla="*/ 0 h 6400799"/>
              <a:gd name="connsiteX11" fmla="*/ 12191998 w 12191998"/>
              <a:gd name="connsiteY11" fmla="*/ 0 h 6400799"/>
              <a:gd name="connsiteX12" fmla="*/ 12191998 w 12191998"/>
              <a:gd name="connsiteY12" fmla="*/ 4787214 h 6400799"/>
              <a:gd name="connsiteX13" fmla="*/ 11950013 w 12191998"/>
              <a:gd name="connsiteY13" fmla="*/ 4787214 h 6400799"/>
              <a:gd name="connsiteX14" fmla="*/ 11950013 w 12191998"/>
              <a:gd name="connsiteY14" fmla="*/ 5029199 h 6400799"/>
              <a:gd name="connsiteX15" fmla="*/ 12191998 w 12191998"/>
              <a:gd name="connsiteY15" fmla="*/ 5029199 h 6400799"/>
              <a:gd name="connsiteX16" fmla="*/ 12191998 w 12191998"/>
              <a:gd name="connsiteY16" fmla="*/ 6400799 h 6400799"/>
              <a:gd name="connsiteX17" fmla="*/ 1393371 w 12191998"/>
              <a:gd name="connsiteY17" fmla="*/ 6400799 h 6400799"/>
              <a:gd name="connsiteX18" fmla="*/ 457200 w 12191998"/>
              <a:gd name="connsiteY18" fmla="*/ 6400799 h 6400799"/>
              <a:gd name="connsiteX19" fmla="*/ 0 w 12191998"/>
              <a:gd name="connsiteY19" fmla="*/ 6400799 h 640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1998" h="6400799">
                <a:moveTo>
                  <a:pt x="7822150" y="1371600"/>
                </a:moveTo>
                <a:lnTo>
                  <a:pt x="7822150" y="5029200"/>
                </a:lnTo>
                <a:lnTo>
                  <a:pt x="11479750" y="5029200"/>
                </a:lnTo>
                <a:lnTo>
                  <a:pt x="11479750" y="5499463"/>
                </a:lnTo>
                <a:lnTo>
                  <a:pt x="11950013" y="5499463"/>
                </a:lnTo>
                <a:lnTo>
                  <a:pt x="11950013" y="5029200"/>
                </a:lnTo>
                <a:lnTo>
                  <a:pt x="11479750" y="5029200"/>
                </a:lnTo>
                <a:lnTo>
                  <a:pt x="11479750" y="13716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1393371" y="0"/>
                </a:lnTo>
                <a:lnTo>
                  <a:pt x="12191998" y="0"/>
                </a:lnTo>
                <a:lnTo>
                  <a:pt x="12191998" y="4787214"/>
                </a:lnTo>
                <a:lnTo>
                  <a:pt x="11950013" y="4787214"/>
                </a:lnTo>
                <a:lnTo>
                  <a:pt x="11950013" y="5029199"/>
                </a:lnTo>
                <a:lnTo>
                  <a:pt x="12191998" y="5029199"/>
                </a:lnTo>
                <a:lnTo>
                  <a:pt x="12191998" y="6400799"/>
                </a:lnTo>
                <a:lnTo>
                  <a:pt x="1393371" y="6400799"/>
                </a:lnTo>
                <a:lnTo>
                  <a:pt x="457200" y="6400799"/>
                </a:lnTo>
                <a:lnTo>
                  <a:pt x="0" y="64007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6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0FEEF8-EEF8-B9B5-810C-8AD016F350BB}"/>
              </a:ext>
            </a:extLst>
          </p:cNvPr>
          <p:cNvSpPr/>
          <p:nvPr userDrawn="1"/>
        </p:nvSpPr>
        <p:spPr>
          <a:xfrm>
            <a:off x="639763" y="457200"/>
            <a:ext cx="10912475" cy="5049333"/>
          </a:xfrm>
          <a:custGeom>
            <a:avLst/>
            <a:gdLst>
              <a:gd name="connsiteX0" fmla="*/ 36577 w 10912475"/>
              <a:gd name="connsiteY0" fmla="*/ 36577 h 5049333"/>
              <a:gd name="connsiteX1" fmla="*/ 36577 w 10912475"/>
              <a:gd name="connsiteY1" fmla="*/ 5012757 h 5049333"/>
              <a:gd name="connsiteX2" fmla="*/ 10875899 w 10912475"/>
              <a:gd name="connsiteY2" fmla="*/ 5012757 h 5049333"/>
              <a:gd name="connsiteX3" fmla="*/ 10875899 w 10912475"/>
              <a:gd name="connsiteY3" fmla="*/ 36577 h 5049333"/>
              <a:gd name="connsiteX4" fmla="*/ 0 w 10912475"/>
              <a:gd name="connsiteY4" fmla="*/ 0 h 5049333"/>
              <a:gd name="connsiteX5" fmla="*/ 10912475 w 10912475"/>
              <a:gd name="connsiteY5" fmla="*/ 0 h 5049333"/>
              <a:gd name="connsiteX6" fmla="*/ 10912475 w 10912475"/>
              <a:gd name="connsiteY6" fmla="*/ 5049333 h 5049333"/>
              <a:gd name="connsiteX7" fmla="*/ 0 w 10912475"/>
              <a:gd name="connsiteY7" fmla="*/ 5049333 h 504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12475" h="5049333">
                <a:moveTo>
                  <a:pt x="36577" y="36577"/>
                </a:moveTo>
                <a:lnTo>
                  <a:pt x="36577" y="5012757"/>
                </a:lnTo>
                <a:lnTo>
                  <a:pt x="10875899" y="5012757"/>
                </a:lnTo>
                <a:lnTo>
                  <a:pt x="10875899" y="36577"/>
                </a:lnTo>
                <a:close/>
                <a:moveTo>
                  <a:pt x="0" y="0"/>
                </a:moveTo>
                <a:lnTo>
                  <a:pt x="10912475" y="0"/>
                </a:lnTo>
                <a:lnTo>
                  <a:pt x="10912475" y="5049333"/>
                </a:lnTo>
                <a:lnTo>
                  <a:pt x="0" y="50493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ACB7C02-25A3-B9BE-2326-650C4C065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3539" y="950976"/>
            <a:ext cx="9921748" cy="40617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6CFF80-799B-5C54-B9EF-54EF6F60A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3539" y="5643694"/>
            <a:ext cx="9921748" cy="572955"/>
          </a:xfrm>
        </p:spPr>
        <p:txBody>
          <a:bodyPr lIns="0" tIns="0" rIns="0" bIns="0" anchor="ctr">
            <a:noAutofit/>
          </a:bodyPr>
          <a:lstStyle>
            <a:lvl1pPr marL="0" indent="0" algn="r"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1D666-096E-9895-E872-07B935D55522}"/>
              </a:ext>
            </a:extLst>
          </p:cNvPr>
          <p:cNvSpPr/>
          <p:nvPr userDrawn="1"/>
        </p:nvSpPr>
        <p:spPr>
          <a:xfrm>
            <a:off x="0" y="457200"/>
            <a:ext cx="457199" cy="457199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A900C-C742-44E2-853A-067D38863FC2}"/>
              </a:ext>
            </a:extLst>
          </p:cNvPr>
          <p:cNvSpPr/>
          <p:nvPr userDrawn="1"/>
        </p:nvSpPr>
        <p:spPr>
          <a:xfrm>
            <a:off x="457200" y="274638"/>
            <a:ext cx="182562" cy="182562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36F5504-2706-9C7A-A652-3E27C22A5923}"/>
              </a:ext>
            </a:extLst>
          </p:cNvPr>
          <p:cNvSpPr/>
          <p:nvPr userDrawn="1"/>
        </p:nvSpPr>
        <p:spPr>
          <a:xfrm>
            <a:off x="11552240" y="5506533"/>
            <a:ext cx="365124" cy="365124"/>
          </a:xfrm>
          <a:custGeom>
            <a:avLst/>
            <a:gdLst>
              <a:gd name="connsiteX0" fmla="*/ 36576 w 365124"/>
              <a:gd name="connsiteY0" fmla="*/ 36576 h 365124"/>
              <a:gd name="connsiteX1" fmla="*/ 36576 w 365124"/>
              <a:gd name="connsiteY1" fmla="*/ 328548 h 365124"/>
              <a:gd name="connsiteX2" fmla="*/ 328548 w 365124"/>
              <a:gd name="connsiteY2" fmla="*/ 328548 h 365124"/>
              <a:gd name="connsiteX3" fmla="*/ 328548 w 365124"/>
              <a:gd name="connsiteY3" fmla="*/ 36576 h 365124"/>
              <a:gd name="connsiteX4" fmla="*/ 0 w 365124"/>
              <a:gd name="connsiteY4" fmla="*/ 0 h 365124"/>
              <a:gd name="connsiteX5" fmla="*/ 365124 w 365124"/>
              <a:gd name="connsiteY5" fmla="*/ 0 h 365124"/>
              <a:gd name="connsiteX6" fmla="*/ 365124 w 365124"/>
              <a:gd name="connsiteY6" fmla="*/ 365124 h 365124"/>
              <a:gd name="connsiteX7" fmla="*/ 0 w 365124"/>
              <a:gd name="connsiteY7" fmla="*/ 365124 h 36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124" h="365124">
                <a:moveTo>
                  <a:pt x="36576" y="36576"/>
                </a:moveTo>
                <a:lnTo>
                  <a:pt x="36576" y="328548"/>
                </a:lnTo>
                <a:lnTo>
                  <a:pt x="328548" y="328548"/>
                </a:lnTo>
                <a:lnTo>
                  <a:pt x="328548" y="36576"/>
                </a:lnTo>
                <a:close/>
                <a:moveTo>
                  <a:pt x="0" y="0"/>
                </a:moveTo>
                <a:lnTo>
                  <a:pt x="365124" y="0"/>
                </a:lnTo>
                <a:lnTo>
                  <a:pt x="365124" y="365124"/>
                </a:lnTo>
                <a:lnTo>
                  <a:pt x="0" y="365124"/>
                </a:lnTo>
                <a:close/>
              </a:path>
            </a:pathLst>
          </a:cu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7055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62D1762-935C-3DFF-869F-F876A0673952}"/>
              </a:ext>
            </a:extLst>
          </p:cNvPr>
          <p:cNvSpPr/>
          <p:nvPr userDrawn="1"/>
        </p:nvSpPr>
        <p:spPr>
          <a:xfrm>
            <a:off x="1295400" y="457200"/>
            <a:ext cx="9601200" cy="5049333"/>
          </a:xfrm>
          <a:custGeom>
            <a:avLst/>
            <a:gdLst>
              <a:gd name="connsiteX0" fmla="*/ 36576 w 10058400"/>
              <a:gd name="connsiteY0" fmla="*/ 36576 h 5049333"/>
              <a:gd name="connsiteX1" fmla="*/ 36576 w 10058400"/>
              <a:gd name="connsiteY1" fmla="*/ 5012758 h 5049333"/>
              <a:gd name="connsiteX2" fmla="*/ 10021824 w 10058400"/>
              <a:gd name="connsiteY2" fmla="*/ 5012758 h 5049333"/>
              <a:gd name="connsiteX3" fmla="*/ 10021824 w 10058400"/>
              <a:gd name="connsiteY3" fmla="*/ 36576 h 5049333"/>
              <a:gd name="connsiteX4" fmla="*/ 0 w 10058400"/>
              <a:gd name="connsiteY4" fmla="*/ 0 h 5049333"/>
              <a:gd name="connsiteX5" fmla="*/ 10058400 w 10058400"/>
              <a:gd name="connsiteY5" fmla="*/ 0 h 5049333"/>
              <a:gd name="connsiteX6" fmla="*/ 10058400 w 10058400"/>
              <a:gd name="connsiteY6" fmla="*/ 5049333 h 5049333"/>
              <a:gd name="connsiteX7" fmla="*/ 0 w 10058400"/>
              <a:gd name="connsiteY7" fmla="*/ 5049333 h 504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58400" h="5049333">
                <a:moveTo>
                  <a:pt x="36576" y="36576"/>
                </a:moveTo>
                <a:lnTo>
                  <a:pt x="36576" y="5012758"/>
                </a:lnTo>
                <a:lnTo>
                  <a:pt x="10021824" y="5012758"/>
                </a:lnTo>
                <a:lnTo>
                  <a:pt x="10021824" y="36576"/>
                </a:lnTo>
                <a:close/>
                <a:moveTo>
                  <a:pt x="0" y="0"/>
                </a:moveTo>
                <a:lnTo>
                  <a:pt x="10058400" y="0"/>
                </a:lnTo>
                <a:lnTo>
                  <a:pt x="10058400" y="5049333"/>
                </a:lnTo>
                <a:lnTo>
                  <a:pt x="0" y="50493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ACB7C02-25A3-B9BE-2326-650C4C065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89176" y="950976"/>
            <a:ext cx="8610474" cy="40617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6CFF80-799B-5C54-B9EF-54EF6F60A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89176" y="5643694"/>
            <a:ext cx="8610474" cy="572955"/>
          </a:xfrm>
        </p:spPr>
        <p:txBody>
          <a:bodyPr lIns="0" tIns="0" rIns="0" bIns="0" anchor="ctr">
            <a:noAutofit/>
          </a:bodyPr>
          <a:lstStyle>
            <a:lvl1pPr marL="0" indent="0" algn="r"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CFAE9-FB4C-420D-6D1F-D909FF0EB247}"/>
              </a:ext>
            </a:extLst>
          </p:cNvPr>
          <p:cNvSpPr>
            <a:spLocks noChangeAspect="1"/>
          </p:cNvSpPr>
          <p:nvPr userDrawn="1"/>
        </p:nvSpPr>
        <p:spPr>
          <a:xfrm>
            <a:off x="292608" y="292608"/>
            <a:ext cx="571500" cy="57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7CFEA-5506-10FA-BF9A-48D713892FD2}"/>
              </a:ext>
            </a:extLst>
          </p:cNvPr>
          <p:cNvSpPr>
            <a:spLocks noChangeAspect="1"/>
          </p:cNvSpPr>
          <p:nvPr userDrawn="1"/>
        </p:nvSpPr>
        <p:spPr>
          <a:xfrm>
            <a:off x="146304" y="5961888"/>
            <a:ext cx="292608" cy="292608"/>
          </a:xfrm>
          <a:prstGeom prst="rect">
            <a:avLst/>
          </a:prstGeom>
          <a:solidFill>
            <a:srgbClr val="8F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D55701-64DD-DCE6-9C94-53C2D99CDA9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254496"/>
            <a:ext cx="146304" cy="146304"/>
          </a:xfrm>
          <a:prstGeom prst="rect">
            <a:avLst/>
          </a:prstGeom>
          <a:solidFill>
            <a:srgbClr val="CC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589386-711E-EF28-E92B-1669C90926A1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292608" cy="292608"/>
          </a:xfrm>
          <a:prstGeom prst="rect">
            <a:avLst/>
          </a:prstGeom>
          <a:solidFill>
            <a:srgbClr val="B24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219E9-62EB-3F60-7768-106750FF399D}"/>
              </a:ext>
            </a:extLst>
          </p:cNvPr>
          <p:cNvSpPr>
            <a:spLocks noChangeAspect="1"/>
          </p:cNvSpPr>
          <p:nvPr userDrawn="1"/>
        </p:nvSpPr>
        <p:spPr>
          <a:xfrm>
            <a:off x="292608" y="1835150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C6CECC-D81A-E232-164C-E8DF7D623382}"/>
              </a:ext>
            </a:extLst>
          </p:cNvPr>
          <p:cNvSpPr>
            <a:spLocks noChangeAspect="1"/>
          </p:cNvSpPr>
          <p:nvPr userDrawn="1"/>
        </p:nvSpPr>
        <p:spPr>
          <a:xfrm>
            <a:off x="146304" y="2127758"/>
            <a:ext cx="146304" cy="146304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B44FED-BFFE-C9E6-EEA1-F2ABAD011967}"/>
              </a:ext>
            </a:extLst>
          </p:cNvPr>
          <p:cNvSpPr>
            <a:spLocks noChangeAspect="1"/>
          </p:cNvSpPr>
          <p:nvPr userDrawn="1"/>
        </p:nvSpPr>
        <p:spPr>
          <a:xfrm>
            <a:off x="585216" y="3391408"/>
            <a:ext cx="571500" cy="571500"/>
          </a:xfrm>
          <a:custGeom>
            <a:avLst/>
            <a:gdLst>
              <a:gd name="connsiteX0" fmla="*/ 36576 w 571500"/>
              <a:gd name="connsiteY0" fmla="*/ 36576 h 571500"/>
              <a:gd name="connsiteX1" fmla="*/ 36576 w 571500"/>
              <a:gd name="connsiteY1" fmla="*/ 534924 h 571500"/>
              <a:gd name="connsiteX2" fmla="*/ 534924 w 571500"/>
              <a:gd name="connsiteY2" fmla="*/ 534924 h 571500"/>
              <a:gd name="connsiteX3" fmla="*/ 534924 w 571500"/>
              <a:gd name="connsiteY3" fmla="*/ 36576 h 571500"/>
              <a:gd name="connsiteX4" fmla="*/ 0 w 571500"/>
              <a:gd name="connsiteY4" fmla="*/ 0 h 571500"/>
              <a:gd name="connsiteX5" fmla="*/ 571500 w 571500"/>
              <a:gd name="connsiteY5" fmla="*/ 0 h 571500"/>
              <a:gd name="connsiteX6" fmla="*/ 571500 w 571500"/>
              <a:gd name="connsiteY6" fmla="*/ 571500 h 571500"/>
              <a:gd name="connsiteX7" fmla="*/ 0 w 57150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" h="571500">
                <a:moveTo>
                  <a:pt x="36576" y="36576"/>
                </a:moveTo>
                <a:lnTo>
                  <a:pt x="36576" y="534924"/>
                </a:lnTo>
                <a:lnTo>
                  <a:pt x="534924" y="534924"/>
                </a:lnTo>
                <a:lnTo>
                  <a:pt x="534924" y="36576"/>
                </a:lnTo>
                <a:close/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8BAE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B140F7-2D3F-23A1-4D5D-686F0413DA3D}"/>
              </a:ext>
            </a:extLst>
          </p:cNvPr>
          <p:cNvSpPr>
            <a:spLocks noChangeAspect="1"/>
          </p:cNvSpPr>
          <p:nvPr userDrawn="1"/>
        </p:nvSpPr>
        <p:spPr>
          <a:xfrm>
            <a:off x="438912" y="3245104"/>
            <a:ext cx="146304" cy="146304"/>
          </a:xfrm>
          <a:prstGeom prst="rect">
            <a:avLst/>
          </a:prstGeom>
          <a:solidFill>
            <a:srgbClr val="7085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2EB12D-7C6C-8BA1-7F4F-0EEEC0D0E7A2}"/>
              </a:ext>
            </a:extLst>
          </p:cNvPr>
          <p:cNvSpPr>
            <a:spLocks noChangeAspect="1"/>
          </p:cNvSpPr>
          <p:nvPr userDrawn="1"/>
        </p:nvSpPr>
        <p:spPr>
          <a:xfrm>
            <a:off x="431292" y="4933951"/>
            <a:ext cx="571500" cy="571500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DCECE0-510E-9CB2-D7D6-9DB146E081F2}"/>
              </a:ext>
            </a:extLst>
          </p:cNvPr>
          <p:cNvSpPr>
            <a:spLocks noChangeAspect="1"/>
          </p:cNvSpPr>
          <p:nvPr userDrawn="1"/>
        </p:nvSpPr>
        <p:spPr>
          <a:xfrm>
            <a:off x="1002792" y="5506533"/>
            <a:ext cx="292608" cy="292608"/>
          </a:xfrm>
          <a:prstGeom prst="rect">
            <a:avLst/>
          </a:prstGeom>
          <a:solidFill>
            <a:srgbClr val="009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0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5CD31F5-4002-F777-6ECE-F4AAD506D148}"/>
              </a:ext>
            </a:extLst>
          </p:cNvPr>
          <p:cNvSpPr/>
          <p:nvPr userDrawn="1"/>
        </p:nvSpPr>
        <p:spPr>
          <a:xfrm>
            <a:off x="6095998" y="0"/>
            <a:ext cx="6096001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FFCF8-666B-7586-B397-641E01F0D73D}"/>
              </a:ext>
            </a:extLst>
          </p:cNvPr>
          <p:cNvSpPr>
            <a:spLocks noChangeAspect="1"/>
          </p:cNvSpPr>
          <p:nvPr userDrawn="1"/>
        </p:nvSpPr>
        <p:spPr>
          <a:xfrm>
            <a:off x="6096000" y="457200"/>
            <a:ext cx="146304" cy="146304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C2986-F80F-976D-7DC3-197626F22A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400800"/>
          </a:xfrm>
          <a:custGeom>
            <a:avLst/>
            <a:gdLst>
              <a:gd name="connsiteX0" fmla="*/ 0 w 6096000"/>
              <a:gd name="connsiteY0" fmla="*/ 0 h 6400800"/>
              <a:gd name="connsiteX1" fmla="*/ 5419343 w 6096000"/>
              <a:gd name="connsiteY1" fmla="*/ 0 h 6400800"/>
              <a:gd name="connsiteX2" fmla="*/ 5638800 w 6096000"/>
              <a:gd name="connsiteY2" fmla="*/ 0 h 6400800"/>
              <a:gd name="connsiteX3" fmla="*/ 6096000 w 6096000"/>
              <a:gd name="connsiteY3" fmla="*/ 0 h 6400800"/>
              <a:gd name="connsiteX4" fmla="*/ 6096000 w 6096000"/>
              <a:gd name="connsiteY4" fmla="*/ 6400799 h 6400800"/>
              <a:gd name="connsiteX5" fmla="*/ 5638800 w 6096000"/>
              <a:gd name="connsiteY5" fmla="*/ 6400799 h 6400800"/>
              <a:gd name="connsiteX6" fmla="*/ 5638800 w 6096000"/>
              <a:gd name="connsiteY6" fmla="*/ 6400800 h 6400800"/>
              <a:gd name="connsiteX7" fmla="*/ 571500 w 6096000"/>
              <a:gd name="connsiteY7" fmla="*/ 6400800 h 6400800"/>
              <a:gd name="connsiteX8" fmla="*/ 571500 w 6096000"/>
              <a:gd name="connsiteY8" fmla="*/ 5829300 h 6400800"/>
              <a:gd name="connsiteX9" fmla="*/ 770729 w 6096000"/>
              <a:gd name="connsiteY9" fmla="*/ 5829300 h 6400800"/>
              <a:gd name="connsiteX10" fmla="*/ 770729 w 6096000"/>
              <a:gd name="connsiteY10" fmla="*/ 5630071 h 6400800"/>
              <a:gd name="connsiteX11" fmla="*/ 571500 w 6096000"/>
              <a:gd name="connsiteY11" fmla="*/ 5630071 h 6400800"/>
              <a:gd name="connsiteX12" fmla="*/ 571500 w 6096000"/>
              <a:gd name="connsiteY12" fmla="*/ 5829300 h 6400800"/>
              <a:gd name="connsiteX13" fmla="*/ 0 w 6096000"/>
              <a:gd name="connsiteY13" fmla="*/ 5829300 h 6400800"/>
              <a:gd name="connsiteX14" fmla="*/ 0 w 6096000"/>
              <a:gd name="connsiteY14" fmla="*/ 603504 h 6400800"/>
              <a:gd name="connsiteX15" fmla="*/ 146304 w 6096000"/>
              <a:gd name="connsiteY15" fmla="*/ 603504 h 6400800"/>
              <a:gd name="connsiteX16" fmla="*/ 146304 w 6096000"/>
              <a:gd name="connsiteY16" fmla="*/ 457200 h 6400800"/>
              <a:gd name="connsiteX17" fmla="*/ 0 w 6096000"/>
              <a:gd name="connsiteY17" fmla="*/ 4572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96000" h="6400800">
                <a:moveTo>
                  <a:pt x="0" y="0"/>
                </a:moveTo>
                <a:lnTo>
                  <a:pt x="5419343" y="0"/>
                </a:lnTo>
                <a:lnTo>
                  <a:pt x="5638800" y="0"/>
                </a:lnTo>
                <a:lnTo>
                  <a:pt x="6096000" y="0"/>
                </a:lnTo>
                <a:lnTo>
                  <a:pt x="6096000" y="6400799"/>
                </a:lnTo>
                <a:lnTo>
                  <a:pt x="5638800" y="6400799"/>
                </a:lnTo>
                <a:lnTo>
                  <a:pt x="5638800" y="6400800"/>
                </a:lnTo>
                <a:lnTo>
                  <a:pt x="571500" y="6400800"/>
                </a:lnTo>
                <a:lnTo>
                  <a:pt x="571500" y="5829300"/>
                </a:lnTo>
                <a:lnTo>
                  <a:pt x="770729" y="5829300"/>
                </a:lnTo>
                <a:lnTo>
                  <a:pt x="770729" y="5630071"/>
                </a:lnTo>
                <a:lnTo>
                  <a:pt x="571500" y="5630071"/>
                </a:lnTo>
                <a:lnTo>
                  <a:pt x="571500" y="5829300"/>
                </a:lnTo>
                <a:lnTo>
                  <a:pt x="0" y="5829300"/>
                </a:lnTo>
                <a:lnTo>
                  <a:pt x="0" y="603504"/>
                </a:lnTo>
                <a:lnTo>
                  <a:pt x="146304" y="603504"/>
                </a:lnTo>
                <a:lnTo>
                  <a:pt x="146304" y="457200"/>
                </a:lnTo>
                <a:lnTo>
                  <a:pt x="0" y="4572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F35231-9BDD-C42E-DE3A-68510B894498}"/>
              </a:ext>
            </a:extLst>
          </p:cNvPr>
          <p:cNvSpPr/>
          <p:nvPr userDrawn="1"/>
        </p:nvSpPr>
        <p:spPr>
          <a:xfrm>
            <a:off x="0" y="0"/>
            <a:ext cx="6096000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EC6BE87-7664-F6C7-5FCF-6351F4F50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657" y="676656"/>
            <a:ext cx="4742687" cy="4443983"/>
          </a:xfrm>
        </p:spPr>
        <p:txBody>
          <a:bodyPr lIns="182880" tIns="182880" rIns="182880" bIns="18288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691B93-260E-CD76-8C4B-5EBE346F3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3211" y="5486398"/>
            <a:ext cx="3726134" cy="730251"/>
          </a:xfrm>
        </p:spPr>
        <p:txBody>
          <a:bodyPr lIns="0" tIns="0" rIns="0" bIns="0" anchor="t">
            <a:noAutofit/>
          </a:bodyPr>
          <a:lstStyle>
            <a:lvl1pPr marL="0" indent="0" algn="l"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6FFA86E1-BFAE-9F25-CA4E-252A0394116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7201" y="457200"/>
            <a:ext cx="5181600" cy="5510712"/>
          </a:xfrm>
          <a:custGeom>
            <a:avLst/>
            <a:gdLst>
              <a:gd name="T0" fmla="*/ 2467 w 12186"/>
              <a:gd name="T1" fmla="*/ 12960 h 12960"/>
              <a:gd name="T2" fmla="*/ 910 w 12186"/>
              <a:gd name="T3" fmla="*/ 11403 h 12960"/>
              <a:gd name="T4" fmla="*/ 0 w 12186"/>
              <a:gd name="T5" fmla="*/ 11403 h 12960"/>
              <a:gd name="T6" fmla="*/ 0 w 12186"/>
              <a:gd name="T7" fmla="*/ 0 h 12960"/>
              <a:gd name="T8" fmla="*/ 12186 w 12186"/>
              <a:gd name="T9" fmla="*/ 0 h 12960"/>
              <a:gd name="T10" fmla="*/ 12186 w 12186"/>
              <a:gd name="T11" fmla="*/ 11403 h 12960"/>
              <a:gd name="T12" fmla="*/ 2467 w 12186"/>
              <a:gd name="T13" fmla="*/ 11403 h 12960"/>
              <a:gd name="T14" fmla="*/ 2467 w 12186"/>
              <a:gd name="T15" fmla="*/ 12960 h 12960"/>
              <a:gd name="T16" fmla="*/ 105 w 12186"/>
              <a:gd name="T17" fmla="*/ 11298 h 12960"/>
              <a:gd name="T18" fmla="*/ 954 w 12186"/>
              <a:gd name="T19" fmla="*/ 11298 h 12960"/>
              <a:gd name="T20" fmla="*/ 2361 w 12186"/>
              <a:gd name="T21" fmla="*/ 12707 h 12960"/>
              <a:gd name="T22" fmla="*/ 2361 w 12186"/>
              <a:gd name="T23" fmla="*/ 11298 h 12960"/>
              <a:gd name="T24" fmla="*/ 12082 w 12186"/>
              <a:gd name="T25" fmla="*/ 11298 h 12960"/>
              <a:gd name="T26" fmla="*/ 12082 w 12186"/>
              <a:gd name="T27" fmla="*/ 105 h 12960"/>
              <a:gd name="T28" fmla="*/ 105 w 12186"/>
              <a:gd name="T29" fmla="*/ 105 h 12960"/>
              <a:gd name="T30" fmla="*/ 105 w 12186"/>
              <a:gd name="T31" fmla="*/ 11298 h 12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86" h="12960">
                <a:moveTo>
                  <a:pt x="2467" y="12960"/>
                </a:moveTo>
                <a:lnTo>
                  <a:pt x="910" y="11403"/>
                </a:lnTo>
                <a:lnTo>
                  <a:pt x="0" y="11403"/>
                </a:lnTo>
                <a:lnTo>
                  <a:pt x="0" y="0"/>
                </a:lnTo>
                <a:lnTo>
                  <a:pt x="12186" y="0"/>
                </a:lnTo>
                <a:lnTo>
                  <a:pt x="12186" y="11403"/>
                </a:lnTo>
                <a:lnTo>
                  <a:pt x="2467" y="11403"/>
                </a:lnTo>
                <a:lnTo>
                  <a:pt x="2467" y="12960"/>
                </a:lnTo>
                <a:close/>
                <a:moveTo>
                  <a:pt x="105" y="11298"/>
                </a:moveTo>
                <a:lnTo>
                  <a:pt x="954" y="11298"/>
                </a:lnTo>
                <a:lnTo>
                  <a:pt x="2361" y="12707"/>
                </a:lnTo>
                <a:lnTo>
                  <a:pt x="2361" y="11298"/>
                </a:lnTo>
                <a:lnTo>
                  <a:pt x="12082" y="11298"/>
                </a:lnTo>
                <a:lnTo>
                  <a:pt x="12082" y="105"/>
                </a:lnTo>
                <a:lnTo>
                  <a:pt x="105" y="105"/>
                </a:lnTo>
                <a:lnTo>
                  <a:pt x="105" y="112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C6034B-EF63-5CEE-25CE-DA670BFADFD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996359"/>
            <a:ext cx="310898" cy="310898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1B094E-5CE6-5E29-2DFB-87FFAEDC011C}"/>
              </a:ext>
            </a:extLst>
          </p:cNvPr>
          <p:cNvSpPr>
            <a:spLocks noChangeAspect="1"/>
          </p:cNvSpPr>
          <p:nvPr userDrawn="1"/>
        </p:nvSpPr>
        <p:spPr>
          <a:xfrm>
            <a:off x="5803392" y="165757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8B0E1D-0343-F5C6-B450-42D4F928E640}"/>
              </a:ext>
            </a:extLst>
          </p:cNvPr>
          <p:cNvSpPr>
            <a:spLocks noChangeAspect="1"/>
          </p:cNvSpPr>
          <p:nvPr userDrawn="1"/>
        </p:nvSpPr>
        <p:spPr>
          <a:xfrm>
            <a:off x="6667500" y="5630071"/>
            <a:ext cx="199229" cy="199229"/>
          </a:xfrm>
          <a:prstGeom prst="rect">
            <a:avLst/>
          </a:prstGeom>
          <a:solidFill>
            <a:srgbClr val="FFC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CF93A1-A915-A1C5-2F61-0C7F82FC33B9}"/>
              </a:ext>
            </a:extLst>
          </p:cNvPr>
          <p:cNvSpPr>
            <a:spLocks noChangeAspect="1"/>
          </p:cNvSpPr>
          <p:nvPr userDrawn="1"/>
        </p:nvSpPr>
        <p:spPr>
          <a:xfrm>
            <a:off x="6096000" y="5829300"/>
            <a:ext cx="571500" cy="57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9D3BEC-2912-69BF-7B9E-3B0D1B2D8746}"/>
              </a:ext>
            </a:extLst>
          </p:cNvPr>
          <p:cNvSpPr>
            <a:spLocks noChangeAspect="1"/>
          </p:cNvSpPr>
          <p:nvPr userDrawn="1"/>
        </p:nvSpPr>
        <p:spPr>
          <a:xfrm>
            <a:off x="310897" y="5307257"/>
            <a:ext cx="146304" cy="146304"/>
          </a:xfrm>
          <a:prstGeom prst="rect">
            <a:avLst/>
          </a:prstGeom>
          <a:solidFill>
            <a:srgbClr val="009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56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076A10-3D56-FCAB-785E-70B2C43D43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7163434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763" y="1350964"/>
            <a:ext cx="7163434" cy="4865686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2960" y="0"/>
            <a:ext cx="3291840" cy="6400800"/>
          </a:xfrm>
          <a:prstGeom prst="rect">
            <a:avLst/>
          </a:prstGeom>
          <a:gradFill>
            <a:gsLst>
              <a:gs pos="0">
                <a:srgbClr val="004A86"/>
              </a:gs>
              <a:gs pos="100000">
                <a:srgbClr val="004A86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9404670-4FA2-D10A-53E2-CB00FF45773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808720" y="364373"/>
            <a:ext cx="2560320" cy="176479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E2C87E21-ABE7-0DBF-35CF-3B4D18C0218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808720" y="2317311"/>
            <a:ext cx="2560320" cy="176479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A431B744-B2A5-4A1B-8757-FCC0C8D8CFB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808720" y="4270249"/>
            <a:ext cx="2560320" cy="176479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36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65D6C79-9D37-0E13-82D2-107B38018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10912474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763" y="1352550"/>
            <a:ext cx="10912474" cy="2478551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4100362"/>
            <a:ext cx="12191999" cy="2300438"/>
          </a:xfrm>
          <a:prstGeom prst="rect">
            <a:avLst/>
          </a:prstGeom>
          <a:gradFill>
            <a:gsLst>
              <a:gs pos="0">
                <a:srgbClr val="004A86"/>
              </a:gs>
              <a:gs pos="100000">
                <a:srgbClr val="004A86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C00D2AC-5CCB-2AD0-E11C-55F9EDAE8C4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9762" y="4466122"/>
            <a:ext cx="3513985" cy="1568918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FEB52B4-A5FA-94B7-AF0F-679406C14E7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339008" y="4466122"/>
            <a:ext cx="3513985" cy="1568918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F3380B29-5A86-7650-A63A-8317825B682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036665" y="4466122"/>
            <a:ext cx="3513985" cy="1568918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12585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CCE575-6B8D-CE65-CA71-FF4D4B610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1" y="914400"/>
            <a:ext cx="10363200" cy="50292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19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 Gu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621CC-18DC-3B06-EEB8-93AE493C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 descr="Intel Confidential">
            <a:extLst>
              <a:ext uri="{FF2B5EF4-FFF2-40B4-BE49-F238E27FC236}">
                <a16:creationId xmlns:a16="http://schemas.microsoft.com/office/drawing/2014/main" id="{C5F57D64-E47A-1894-8EDD-A97D821A06F8}"/>
              </a:ext>
            </a:extLst>
          </p:cNvPr>
          <p:cNvSpPr/>
          <p:nvPr userDrawn="1"/>
        </p:nvSpPr>
        <p:spPr>
          <a:xfrm>
            <a:off x="10430459" y="6515100"/>
            <a:ext cx="1121461" cy="2286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1000" b="0" i="0" dirty="0">
                <a:solidFill>
                  <a:schemeClr val="bg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5" name="Rectangle 4" descr="Department or Event Name">
            <a:extLst>
              <a:ext uri="{FF2B5EF4-FFF2-40B4-BE49-F238E27FC236}">
                <a16:creationId xmlns:a16="http://schemas.microsoft.com/office/drawing/2014/main" id="{71F6AB90-8618-D1FC-2CE3-C65F0658AB97}"/>
              </a:ext>
            </a:extLst>
          </p:cNvPr>
          <p:cNvSpPr/>
          <p:nvPr userDrawn="1"/>
        </p:nvSpPr>
        <p:spPr>
          <a:xfrm>
            <a:off x="640079" y="6515100"/>
            <a:ext cx="3657600" cy="2286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1000" b="0" i="0" dirty="0">
                <a:solidFill>
                  <a:schemeClr val="bg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6" name="TextBox 5" descr="page number">
            <a:extLst>
              <a:ext uri="{FF2B5EF4-FFF2-40B4-BE49-F238E27FC236}">
                <a16:creationId xmlns:a16="http://schemas.microsoft.com/office/drawing/2014/main" id="{4B6B2BDF-54B7-F1F8-2154-47FACF45E7D5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7" name="Image">
            <a:extLst>
              <a:ext uri="{FF2B5EF4-FFF2-40B4-BE49-F238E27FC236}">
                <a16:creationId xmlns:a16="http://schemas.microsoft.com/office/drawing/2014/main" id="{8E5AF9CD-6609-02B7-1598-1FFA230625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400800"/>
            <a:ext cx="457200" cy="457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8115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81A90-401B-B72F-2009-0B69F27933DE}"/>
              </a:ext>
            </a:extLst>
          </p:cNvPr>
          <p:cNvSpPr txBox="1"/>
          <p:nvPr userDrawn="1"/>
        </p:nvSpPr>
        <p:spPr>
          <a:xfrm>
            <a:off x="3420428" y="2767281"/>
            <a:ext cx="5351145" cy="132343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8000" dirty="0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1094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64A66B-5F35-B525-5F16-CE644AB17A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44824" y="2606040"/>
            <a:ext cx="3902352" cy="1645920"/>
            <a:chOff x="1314450" y="6391094"/>
            <a:chExt cx="997266" cy="420623"/>
          </a:xfrm>
          <a:solidFill>
            <a:schemeClr val="tx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482DD91-686E-21D8-6E71-9F445071C9DB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C7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F7CA66F-111B-6F13-4BE3-096E930B219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096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47472"/>
            <a:ext cx="10911840" cy="64008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353310"/>
            <a:ext cx="10911840" cy="48646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0044" y="6515100"/>
            <a:ext cx="166713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10430459" y="6515100"/>
            <a:ext cx="1121461" cy="2286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1000" b="0" i="0" dirty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640079" y="6515100"/>
            <a:ext cx="3657600" cy="2286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1000" b="0" i="0" dirty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PQE </a:t>
            </a:r>
            <a:r>
              <a:rPr lang="en-US" sz="1000" b="0" i="0" dirty="0" err="1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SiD</a:t>
            </a:r>
            <a:r>
              <a:rPr lang="en-US" sz="1000" b="0" i="0" dirty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 JFDL FIFA</a:t>
            </a: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2B8AB3DE-0622-7721-6B35-72F61BE174E8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rcRect/>
          <a:stretch/>
        </p:blipFill>
        <p:spPr>
          <a:xfrm>
            <a:off x="0" y="6400800"/>
            <a:ext cx="457200" cy="457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870379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Text" panose="020B0503020203020204" pitchFamily="34" charset="0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90563" indent="-2333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Text" panose="020B0503020203020204" pitchFamily="34" charset="0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7763" indent="-2333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288">
          <p15:clr>
            <a:srgbClr val="F26B43"/>
          </p15:clr>
        </p15:guide>
        <p15:guide id="6" orient="horz" pos="403">
          <p15:clr>
            <a:srgbClr val="F26B43"/>
          </p15:clr>
        </p15:guide>
        <p15:guide id="7" orient="horz" pos="852">
          <p15:clr>
            <a:srgbClr val="F26B43"/>
          </p15:clr>
        </p15:guide>
        <p15:guide id="8" orient="horz" pos="2383">
          <p15:clr>
            <a:srgbClr val="F26B43"/>
          </p15:clr>
        </p15:guide>
        <p15:guide id="9" orient="horz" pos="4032">
          <p15:clr>
            <a:srgbClr val="F26B43"/>
          </p15:clr>
        </p15:guide>
        <p15:guide id="10" orient="horz" pos="3916">
          <p15:clr>
            <a:srgbClr val="F26B43"/>
          </p15:clr>
        </p15:guide>
        <p15:guide id="11" pos="402">
          <p15:clr>
            <a:srgbClr val="F26B43"/>
          </p15:clr>
        </p15:guide>
        <p15:guide id="12" pos="7276">
          <p15:clr>
            <a:srgbClr val="F26B43"/>
          </p15:clr>
        </p15:guide>
        <p15:guide id="13" orient="horz" pos="6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B178-DFE2-E247-4C9E-58D183E3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ingle Title Line">
            <a:extLst>
              <a:ext uri="{FF2B5EF4-FFF2-40B4-BE49-F238E27FC236}">
                <a16:creationId xmlns:a16="http://schemas.microsoft.com/office/drawing/2014/main" id="{A5C5690E-04B8-7752-BF8F-E3003F880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280" name="Subtitle And Bullet Text">
            <a:extLst>
              <a:ext uri="{FF2B5EF4-FFF2-40B4-BE49-F238E27FC236}">
                <a16:creationId xmlns:a16="http://schemas.microsoft.com/office/drawing/2014/main" id="{F695DE78-BB06-051C-E83D-521137B719C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1156235"/>
            <a:ext cx="10911840" cy="5435126"/>
          </a:xfrm>
        </p:spPr>
        <p:txBody>
          <a:bodyPr>
            <a:norm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38183682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Intel Spark Dark">
  <a:themeElements>
    <a:clrScheme name="Custom 33">
      <a:dk1>
        <a:srgbClr val="000000"/>
      </a:dk1>
      <a:lt1>
        <a:srgbClr val="FFFFFF"/>
      </a:lt1>
      <a:dk2>
        <a:srgbClr val="004A86"/>
      </a:dk2>
      <a:lt2>
        <a:srgbClr val="E9E9E9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">
      <a:majorFont>
        <a:latin typeface="IntelOne Display Light"/>
        <a:ea typeface="Helvetica Neue"/>
        <a:cs typeface="Helvetica Neue"/>
      </a:majorFont>
      <a:minorFont>
        <a:latin typeface="IntelOne Tex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37160" tIns="137160" rIns="137160" bIns="137160" rtlCol="0" anchor="ctr"/>
      <a:lstStyle>
        <a:defPPr algn="ctr">
          <a:defRPr sz="2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37160" tIns="137160" rIns="137160" bIns="13716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brand spark template dark.pptx" id="{E06377C1-C04C-49E3-8ACF-232C393F4EC4}" vid="{F93A4CB6-4FDE-4CC5-A824-1B9DBD3575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IntelOne Display Light</vt:lpstr>
      <vt:lpstr>IntelOne Display Regular</vt:lpstr>
      <vt:lpstr>IntelOne Text</vt:lpstr>
      <vt:lpstr>IntelOne Text Medium</vt:lpstr>
      <vt:lpstr>Nunito Sans Light</vt:lpstr>
      <vt:lpstr>Wingdings</vt:lpstr>
      <vt:lpstr>Intel Spark Dark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Kachare, Omkar</dc:creator>
  <cp:lastModifiedBy>Kachare, Omkar</cp:lastModifiedBy>
  <cp:revision>1</cp:revision>
  <dcterms:created xsi:type="dcterms:W3CDTF">2026-10-29T17:32:37Z</dcterms:created>
  <dcterms:modified xsi:type="dcterms:W3CDTF">2026-10-29T17:34:13Z</dcterms:modified>
</cp:coreProperties>
</file>